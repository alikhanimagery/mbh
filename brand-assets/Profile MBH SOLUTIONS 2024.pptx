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90" r:id="rId4"/>
    <p:sldId id="281" r:id="rId5"/>
    <p:sldId id="284" r:id="rId6"/>
    <p:sldId id="285" r:id="rId7"/>
    <p:sldId id="259" r:id="rId8"/>
    <p:sldId id="282" r:id="rId9"/>
    <p:sldId id="287" r:id="rId10"/>
    <p:sldId id="292" r:id="rId11"/>
    <p:sldId id="288" r:id="rId12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E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DAF79-0443-4BE8-9851-EDEDDD51CAF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967DD84-85F9-44B0-98FA-F8EFE49ACF91}">
      <dgm:prSet phldrT="[Text]" custT="1"/>
      <dgm:spPr>
        <a:solidFill>
          <a:srgbClr val="FFC000"/>
        </a:solidFill>
      </dgm:spPr>
      <dgm:t>
        <a:bodyPr/>
        <a:lstStyle/>
        <a:p>
          <a:pPr algn="l"/>
          <a:r>
            <a:rPr lang="de-DE" sz="900" dirty="0">
              <a:solidFill>
                <a:schemeClr val="tx1"/>
              </a:solidFill>
            </a:rPr>
            <a:t>    </a:t>
          </a:r>
        </a:p>
        <a:p>
          <a:pPr algn="l"/>
          <a:r>
            <a:rPr lang="de-DE" sz="900" dirty="0">
              <a:solidFill>
                <a:schemeClr val="tx1"/>
              </a:solidFill>
            </a:rPr>
            <a:t> 	                </a:t>
          </a:r>
          <a:r>
            <a:rPr lang="de-DE" sz="900" b="1" dirty="0">
              <a:solidFill>
                <a:schemeClr val="tx1"/>
              </a:solidFill>
            </a:rPr>
            <a:t>CEO</a:t>
          </a:r>
          <a:r>
            <a:rPr lang="de-DE" sz="900" dirty="0">
              <a:solidFill>
                <a:schemeClr val="tx1"/>
              </a:solidFill>
            </a:rPr>
            <a:t> 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 	   Mr. Hammad Ashraf</a:t>
          </a:r>
        </a:p>
        <a:p>
          <a:pPr algn="l"/>
          <a:endParaRPr lang="de-DE" sz="900" dirty="0">
            <a:solidFill>
              <a:schemeClr val="tx1"/>
            </a:solidFill>
          </a:endParaRPr>
        </a:p>
      </dgm:t>
    </dgm:pt>
    <dgm:pt modelId="{B0A7B18D-DD28-4D5F-8F24-FA4F4619ED4C}" type="parTrans" cxnId="{C8C31C76-E09F-4898-BEE5-47E27F83F569}">
      <dgm:prSet/>
      <dgm:spPr/>
      <dgm:t>
        <a:bodyPr/>
        <a:lstStyle/>
        <a:p>
          <a:endParaRPr lang="de-DE"/>
        </a:p>
      </dgm:t>
    </dgm:pt>
    <dgm:pt modelId="{D43DBE76-7451-4DC0-B674-3CE48E7CE472}" type="sibTrans" cxnId="{C8C31C76-E09F-4898-BEE5-47E27F83F569}">
      <dgm:prSet/>
      <dgm:spPr/>
      <dgm:t>
        <a:bodyPr/>
        <a:lstStyle/>
        <a:p>
          <a:endParaRPr lang="de-DE"/>
        </a:p>
      </dgm:t>
    </dgm:pt>
    <dgm:pt modelId="{81F94E36-0DC6-476F-8F1C-F71E2CEB2EA8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Sales Manager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Ms. Nazish Umar</a:t>
          </a:r>
        </a:p>
      </dgm:t>
    </dgm:pt>
    <dgm:pt modelId="{D3449D91-7E3F-4043-9AFE-E95C7C3C0FCF}" type="parTrans" cxnId="{EEBB4F15-99AC-4D8C-BC87-6859FE122E38}">
      <dgm:prSet/>
      <dgm:spPr/>
      <dgm:t>
        <a:bodyPr/>
        <a:lstStyle/>
        <a:p>
          <a:endParaRPr lang="de-DE" baseline="0">
            <a:solidFill>
              <a:schemeClr val="tx1"/>
            </a:solidFill>
          </a:endParaRPr>
        </a:p>
      </dgm:t>
    </dgm:pt>
    <dgm:pt modelId="{6F3271AA-0BCE-4C02-B6A0-90BA6B5B8820}" type="sibTrans" cxnId="{EEBB4F15-99AC-4D8C-BC87-6859FE122E38}">
      <dgm:prSet/>
      <dgm:spPr/>
      <dgm:t>
        <a:bodyPr/>
        <a:lstStyle/>
        <a:p>
          <a:endParaRPr lang="de-DE"/>
        </a:p>
      </dgm:t>
    </dgm:pt>
    <dgm:pt modelId="{5C423B84-E8CE-4A18-9F6F-EB2FB9BC9EAA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Admin Manager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Mr. Bilal</a:t>
          </a:r>
        </a:p>
      </dgm:t>
    </dgm:pt>
    <dgm:pt modelId="{E76D731D-FC52-4E00-8011-6DFCC1C05D28}" type="parTrans" cxnId="{8FA7627B-D532-4B6E-BC8D-E0C566D99E89}">
      <dgm:prSet/>
      <dgm:spPr/>
      <dgm:t>
        <a:bodyPr/>
        <a:lstStyle/>
        <a:p>
          <a:endParaRPr lang="de-DE"/>
        </a:p>
      </dgm:t>
    </dgm:pt>
    <dgm:pt modelId="{B62A4A28-2A8D-45B8-8BCA-61800EBDA70F}" type="sibTrans" cxnId="{8FA7627B-D532-4B6E-BC8D-E0C566D99E89}">
      <dgm:prSet/>
      <dgm:spPr/>
      <dgm:t>
        <a:bodyPr/>
        <a:lstStyle/>
        <a:p>
          <a:endParaRPr lang="de-DE"/>
        </a:p>
      </dgm:t>
    </dgm:pt>
    <dgm:pt modelId="{12A704D9-8354-44AE-ADF9-26EEC812020C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Finance Consultant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Mr. Faisal </a:t>
          </a:r>
        </a:p>
      </dgm:t>
    </dgm:pt>
    <dgm:pt modelId="{93679AC3-0A0F-4144-9E34-8CB77A5454F9}" type="parTrans" cxnId="{21FFB7F4-EA3F-459D-984F-63833EC0A68C}">
      <dgm:prSet/>
      <dgm:spPr/>
      <dgm:t>
        <a:bodyPr/>
        <a:lstStyle/>
        <a:p>
          <a:endParaRPr lang="de-DE"/>
        </a:p>
      </dgm:t>
    </dgm:pt>
    <dgm:pt modelId="{DA09DEF0-6723-49E7-988E-93E56BD12E74}" type="sibTrans" cxnId="{21FFB7F4-EA3F-459D-984F-63833EC0A68C}">
      <dgm:prSet/>
      <dgm:spPr/>
      <dgm:t>
        <a:bodyPr/>
        <a:lstStyle/>
        <a:p>
          <a:endParaRPr lang="de-DE"/>
        </a:p>
      </dgm:t>
    </dgm:pt>
    <dgm:pt modelId="{6989725E-41B6-49A0-8B12-47F1A71FDBD1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Technical Manager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Hammad Ashraf</a:t>
          </a:r>
        </a:p>
      </dgm:t>
    </dgm:pt>
    <dgm:pt modelId="{69DBCC03-5E0E-4562-8A6E-A6A5C051D6A1}" type="parTrans" cxnId="{D28B4281-FE5F-43E9-AC93-09D9865A75E3}">
      <dgm:prSet/>
      <dgm:spPr/>
      <dgm:t>
        <a:bodyPr/>
        <a:lstStyle/>
        <a:p>
          <a:endParaRPr lang="de-DE"/>
        </a:p>
      </dgm:t>
    </dgm:pt>
    <dgm:pt modelId="{E96764D0-CDE4-4C56-BC6E-088D4B51263F}" type="sibTrans" cxnId="{D28B4281-FE5F-43E9-AC93-09D9865A75E3}">
      <dgm:prSet/>
      <dgm:spPr/>
      <dgm:t>
        <a:bodyPr/>
        <a:lstStyle/>
        <a:p>
          <a:endParaRPr lang="de-DE"/>
        </a:p>
      </dgm:t>
    </dgm:pt>
    <dgm:pt modelId="{76672BDD-E4DE-42D2-B463-A58875168B47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Quality Consultant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Mr. Atif</a:t>
          </a:r>
        </a:p>
      </dgm:t>
    </dgm:pt>
    <dgm:pt modelId="{2D2AA9C3-D43F-4EB1-82A3-93AAFF6BD0A0}" type="parTrans" cxnId="{12192BD2-8300-4D22-AFAB-60A6A5D33A8E}">
      <dgm:prSet/>
      <dgm:spPr/>
      <dgm:t>
        <a:bodyPr/>
        <a:lstStyle/>
        <a:p>
          <a:endParaRPr lang="de-DE"/>
        </a:p>
      </dgm:t>
    </dgm:pt>
    <dgm:pt modelId="{054C7109-E888-44E7-A033-D509EC077EE7}" type="sibTrans" cxnId="{12192BD2-8300-4D22-AFAB-60A6A5D33A8E}">
      <dgm:prSet/>
      <dgm:spPr/>
      <dgm:t>
        <a:bodyPr/>
        <a:lstStyle/>
        <a:p>
          <a:endParaRPr lang="de-DE"/>
        </a:p>
      </dgm:t>
    </dgm:pt>
    <dgm:pt modelId="{31DED4C8-45E4-4646-B1EA-9AB825F5BA9D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Sales Coordinator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Mr. Ali Imran</a:t>
          </a:r>
        </a:p>
      </dgm:t>
    </dgm:pt>
    <dgm:pt modelId="{E4504EA9-5862-400C-A4AA-4FAFF18969CE}" type="parTrans" cxnId="{2646B3F8-9C40-46E9-9983-CF34B01CE1BC}">
      <dgm:prSet/>
      <dgm:spPr/>
      <dgm:t>
        <a:bodyPr/>
        <a:lstStyle/>
        <a:p>
          <a:endParaRPr lang="de-DE"/>
        </a:p>
      </dgm:t>
    </dgm:pt>
    <dgm:pt modelId="{20DE587F-1269-42B7-AC47-02F6D2C4AA33}" type="sibTrans" cxnId="{2646B3F8-9C40-46E9-9983-CF34B01CE1BC}">
      <dgm:prSet/>
      <dgm:spPr/>
      <dgm:t>
        <a:bodyPr/>
        <a:lstStyle/>
        <a:p>
          <a:endParaRPr lang="de-DE"/>
        </a:p>
      </dgm:t>
    </dgm:pt>
    <dgm:pt modelId="{866A85BD-1708-4D3D-9E4A-0F7627BEE6B4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Workshop Supervisor</a:t>
          </a:r>
          <a:br>
            <a:rPr lang="de-DE" sz="900" b="1" dirty="0">
              <a:solidFill>
                <a:schemeClr val="tx1"/>
              </a:solidFill>
            </a:rPr>
          </a:br>
          <a:r>
            <a:rPr lang="de-DE" sz="900" b="0" dirty="0">
              <a:solidFill>
                <a:schemeClr val="tx1"/>
              </a:solidFill>
            </a:rPr>
            <a:t>M. Naeem</a:t>
          </a:r>
          <a:endParaRPr lang="de-DE" sz="900" b="1" dirty="0">
            <a:solidFill>
              <a:schemeClr val="tx1"/>
            </a:solidFill>
          </a:endParaRPr>
        </a:p>
      </dgm:t>
    </dgm:pt>
    <dgm:pt modelId="{AEBB03F3-C70C-4E8F-8B9C-B895B0E30F68}" type="parTrans" cxnId="{981C9D90-EC5A-4AE9-9911-7C0C980991D1}">
      <dgm:prSet/>
      <dgm:spPr/>
      <dgm:t>
        <a:bodyPr/>
        <a:lstStyle/>
        <a:p>
          <a:endParaRPr lang="de-DE"/>
        </a:p>
      </dgm:t>
    </dgm:pt>
    <dgm:pt modelId="{4115E71D-E532-409D-8CBD-08B49AAD3C3A}" type="sibTrans" cxnId="{981C9D90-EC5A-4AE9-9911-7C0C980991D1}">
      <dgm:prSet/>
      <dgm:spPr/>
      <dgm:t>
        <a:bodyPr/>
        <a:lstStyle/>
        <a:p>
          <a:endParaRPr lang="de-DE"/>
        </a:p>
      </dgm:t>
    </dgm:pt>
    <dgm:pt modelId="{8AD39308-CD7A-42FD-B83F-C28A317598AF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Electrical Engineering and Automation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M. Faraz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M. Usama </a:t>
          </a:r>
        </a:p>
      </dgm:t>
    </dgm:pt>
    <dgm:pt modelId="{F9F50266-81E6-45B9-9C3D-95F8E551F739}" type="parTrans" cxnId="{7AC11100-BB71-48DD-8762-4A4417F6705B}">
      <dgm:prSet/>
      <dgm:spPr/>
      <dgm:t>
        <a:bodyPr/>
        <a:lstStyle/>
        <a:p>
          <a:endParaRPr lang="de-DE"/>
        </a:p>
      </dgm:t>
    </dgm:pt>
    <dgm:pt modelId="{00D44886-6E25-47F0-980C-019D382B73B9}" type="sibTrans" cxnId="{7AC11100-BB71-48DD-8762-4A4417F6705B}">
      <dgm:prSet/>
      <dgm:spPr/>
      <dgm:t>
        <a:bodyPr/>
        <a:lstStyle/>
        <a:p>
          <a:endParaRPr lang="de-DE"/>
        </a:p>
      </dgm:t>
    </dgm:pt>
    <dgm:pt modelId="{E14B39DE-82CB-4A9F-80D9-A61DF7A782FA}" type="asst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Production &amp; Assembly</a:t>
          </a:r>
        </a:p>
      </dgm:t>
    </dgm:pt>
    <dgm:pt modelId="{438E6652-92EA-46F4-AE78-CC666D4E97F8}" type="parTrans" cxnId="{825848F0-D158-4495-8DF8-CC4B88C43C35}">
      <dgm:prSet/>
      <dgm:spPr/>
      <dgm:t>
        <a:bodyPr/>
        <a:lstStyle/>
        <a:p>
          <a:endParaRPr lang="de-DE"/>
        </a:p>
      </dgm:t>
    </dgm:pt>
    <dgm:pt modelId="{D4A19183-1684-4CF0-9A58-82AA8CF3F764}" type="sibTrans" cxnId="{825848F0-D158-4495-8DF8-CC4B88C43C35}">
      <dgm:prSet/>
      <dgm:spPr/>
      <dgm:t>
        <a:bodyPr/>
        <a:lstStyle/>
        <a:p>
          <a:endParaRPr lang="de-DE"/>
        </a:p>
      </dgm:t>
    </dgm:pt>
    <dgm:pt modelId="{58E8DA78-D458-4481-8ED5-7AA632D780E8}" type="asst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Installation and Start-up</a:t>
          </a:r>
        </a:p>
      </dgm:t>
    </dgm:pt>
    <dgm:pt modelId="{4B5D66C9-A547-4437-A6A4-F4FEA160614C}" type="parTrans" cxnId="{38EDD347-55D6-4A73-8FC1-F1AB71CD3678}">
      <dgm:prSet/>
      <dgm:spPr/>
      <dgm:t>
        <a:bodyPr/>
        <a:lstStyle/>
        <a:p>
          <a:endParaRPr lang="de-DE"/>
        </a:p>
      </dgm:t>
    </dgm:pt>
    <dgm:pt modelId="{6936A9B8-BD44-4E14-9DEE-797CF8757C7B}" type="sibTrans" cxnId="{38EDD347-55D6-4A73-8FC1-F1AB71CD3678}">
      <dgm:prSet/>
      <dgm:spPr/>
      <dgm:t>
        <a:bodyPr/>
        <a:lstStyle/>
        <a:p>
          <a:endParaRPr lang="de-DE"/>
        </a:p>
      </dgm:t>
    </dgm:pt>
    <dgm:pt modelId="{814AF74A-0A6A-46EB-922A-8B18FC0AEBA6}" type="asst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Maintenance</a:t>
          </a:r>
        </a:p>
      </dgm:t>
    </dgm:pt>
    <dgm:pt modelId="{0006C0C3-0C1C-46C5-8C4A-A4B6A6038045}" type="parTrans" cxnId="{F1114DBD-EA01-4A97-87B7-9EC316A21A50}">
      <dgm:prSet/>
      <dgm:spPr/>
      <dgm:t>
        <a:bodyPr/>
        <a:lstStyle/>
        <a:p>
          <a:endParaRPr lang="de-DE"/>
        </a:p>
      </dgm:t>
    </dgm:pt>
    <dgm:pt modelId="{6A4B4DC3-06B0-4C50-832B-39B4C1F135F3}" type="sibTrans" cxnId="{F1114DBD-EA01-4A97-87B7-9EC316A21A50}">
      <dgm:prSet/>
      <dgm:spPr/>
      <dgm:t>
        <a:bodyPr/>
        <a:lstStyle/>
        <a:p>
          <a:endParaRPr lang="de-DE"/>
        </a:p>
      </dgm:t>
    </dgm:pt>
    <dgm:pt modelId="{77FE83CA-0C8C-468C-B99B-7DCECF1D8BBB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Customer Service</a:t>
          </a:r>
          <a:br>
            <a:rPr lang="de-DE" sz="900" b="1" dirty="0">
              <a:solidFill>
                <a:schemeClr val="tx1"/>
              </a:solidFill>
            </a:rPr>
          </a:br>
          <a:r>
            <a:rPr lang="de-DE" sz="900" b="0" dirty="0">
              <a:solidFill>
                <a:schemeClr val="tx1"/>
              </a:solidFill>
            </a:rPr>
            <a:t>M. Usama</a:t>
          </a:r>
          <a:br>
            <a:rPr lang="de-DE" sz="900" b="0" dirty="0">
              <a:solidFill>
                <a:schemeClr val="tx1"/>
              </a:solidFill>
            </a:rPr>
          </a:br>
          <a:r>
            <a:rPr lang="de-DE" sz="900" b="0" dirty="0">
              <a:solidFill>
                <a:schemeClr val="tx1"/>
              </a:solidFill>
            </a:rPr>
            <a:t>M. Khurram </a:t>
          </a:r>
          <a:endParaRPr lang="de-DE" sz="900" b="1" dirty="0">
            <a:solidFill>
              <a:schemeClr val="tx1"/>
            </a:solidFill>
          </a:endParaRPr>
        </a:p>
      </dgm:t>
    </dgm:pt>
    <dgm:pt modelId="{A2465669-079D-4B2D-8FE7-01AD7FC7B253}" type="parTrans" cxnId="{A852BAC3-CCD7-44EF-9546-EB3D63577F86}">
      <dgm:prSet/>
      <dgm:spPr/>
      <dgm:t>
        <a:bodyPr/>
        <a:lstStyle/>
        <a:p>
          <a:endParaRPr lang="de-DE"/>
        </a:p>
      </dgm:t>
    </dgm:pt>
    <dgm:pt modelId="{59039D03-3018-4A0D-B54C-DF7AF9288309}" type="sibTrans" cxnId="{A852BAC3-CCD7-44EF-9546-EB3D63577F86}">
      <dgm:prSet/>
      <dgm:spPr/>
      <dgm:t>
        <a:bodyPr/>
        <a:lstStyle/>
        <a:p>
          <a:endParaRPr lang="de-DE"/>
        </a:p>
      </dgm:t>
    </dgm:pt>
    <dgm:pt modelId="{E510ACF3-C82D-41C5-80FC-9A6DE3A3F8EA}" type="asst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After Sales Support</a:t>
          </a:r>
        </a:p>
      </dgm:t>
    </dgm:pt>
    <dgm:pt modelId="{0EBB6712-31D9-4B7C-A015-5E776CBF96E5}" type="parTrans" cxnId="{FF1E9AAC-4361-48CD-BD15-12DA6B335CDB}">
      <dgm:prSet/>
      <dgm:spPr/>
      <dgm:t>
        <a:bodyPr/>
        <a:lstStyle/>
        <a:p>
          <a:endParaRPr lang="de-DE"/>
        </a:p>
      </dgm:t>
    </dgm:pt>
    <dgm:pt modelId="{6A5D20FE-B0D5-4D71-BC6A-22B48291C2F7}" type="sibTrans" cxnId="{FF1E9AAC-4361-48CD-BD15-12DA6B335CDB}">
      <dgm:prSet/>
      <dgm:spPr/>
      <dgm:t>
        <a:bodyPr/>
        <a:lstStyle/>
        <a:p>
          <a:endParaRPr lang="de-DE"/>
        </a:p>
      </dgm:t>
    </dgm:pt>
    <dgm:pt modelId="{AB4CA550-AD48-42D9-8A2D-F035DF4D69A7}">
      <dgm:prSet custT="1"/>
      <dgm:spPr>
        <a:solidFill>
          <a:srgbClr val="FFC000"/>
        </a:solidFill>
      </dgm:spPr>
      <dgm:t>
        <a:bodyPr/>
        <a:lstStyle/>
        <a:p>
          <a:r>
            <a:rPr lang="de-DE" sz="900" b="1" dirty="0">
              <a:solidFill>
                <a:schemeClr val="tx1"/>
              </a:solidFill>
            </a:rPr>
            <a:t>Logistic and Transport</a:t>
          </a:r>
          <a:r>
            <a:rPr lang="de-DE" sz="900" dirty="0">
              <a:solidFill>
                <a:schemeClr val="tx1"/>
              </a:solidFill>
            </a:rPr>
            <a:t> </a:t>
          </a:r>
          <a:br>
            <a:rPr lang="de-DE" sz="900" dirty="0">
              <a:solidFill>
                <a:schemeClr val="tx1"/>
              </a:solidFill>
            </a:rPr>
          </a:br>
          <a:r>
            <a:rPr lang="de-DE" sz="900" dirty="0">
              <a:solidFill>
                <a:schemeClr val="tx1"/>
              </a:solidFill>
            </a:rPr>
            <a:t>Mr. Khubaib</a:t>
          </a:r>
        </a:p>
      </dgm:t>
    </dgm:pt>
    <dgm:pt modelId="{251A3DCE-AFCC-4D48-A3D9-16E29970DF74}" type="parTrans" cxnId="{8D3AF15B-E55D-4794-808B-B304B1F26CF7}">
      <dgm:prSet/>
      <dgm:spPr/>
      <dgm:t>
        <a:bodyPr/>
        <a:lstStyle/>
        <a:p>
          <a:endParaRPr lang="en-US"/>
        </a:p>
      </dgm:t>
    </dgm:pt>
    <dgm:pt modelId="{F399BFC3-A920-41B6-9B08-CFE965519F3D}" type="sibTrans" cxnId="{8D3AF15B-E55D-4794-808B-B304B1F26CF7}">
      <dgm:prSet/>
      <dgm:spPr/>
      <dgm:t>
        <a:bodyPr/>
        <a:lstStyle/>
        <a:p>
          <a:endParaRPr lang="en-US"/>
        </a:p>
      </dgm:t>
    </dgm:pt>
    <dgm:pt modelId="{D7B52DAA-72E2-4003-893B-A520C6AF5AA1}">
      <dgm:prSet custT="1"/>
      <dgm:spPr>
        <a:solidFill>
          <a:srgbClr val="FFC000"/>
        </a:solidFill>
      </dgm:spPr>
      <dgm:t>
        <a:bodyPr/>
        <a:lstStyle/>
        <a:p>
          <a:r>
            <a:rPr lang="de-DE" sz="1000" b="1" dirty="0">
              <a:solidFill>
                <a:schemeClr val="tx1"/>
              </a:solidFill>
            </a:rPr>
            <a:t>Piping and Erection</a:t>
          </a:r>
          <a:br>
            <a:rPr lang="de-DE" sz="1100" dirty="0">
              <a:solidFill>
                <a:schemeClr val="tx1"/>
              </a:solidFill>
            </a:rPr>
          </a:br>
          <a:r>
            <a:rPr lang="de-DE" sz="1100" dirty="0">
              <a:solidFill>
                <a:schemeClr val="tx1"/>
              </a:solidFill>
            </a:rPr>
            <a:t>Mr. Adeel Aslam</a:t>
          </a:r>
          <a:endParaRPr lang="de-DE" sz="1300" dirty="0">
            <a:solidFill>
              <a:schemeClr val="tx1"/>
            </a:solidFill>
          </a:endParaRPr>
        </a:p>
      </dgm:t>
    </dgm:pt>
    <dgm:pt modelId="{08E2EB48-D018-4338-B4C3-6A4D2110BE98}" type="parTrans" cxnId="{619058BA-703E-4E1F-9207-59731983BA0B}">
      <dgm:prSet/>
      <dgm:spPr/>
      <dgm:t>
        <a:bodyPr/>
        <a:lstStyle/>
        <a:p>
          <a:endParaRPr lang="en-US"/>
        </a:p>
      </dgm:t>
    </dgm:pt>
    <dgm:pt modelId="{806FA4FF-B468-462E-B6B9-91ABC57D21DD}" type="sibTrans" cxnId="{619058BA-703E-4E1F-9207-59731983BA0B}">
      <dgm:prSet/>
      <dgm:spPr/>
      <dgm:t>
        <a:bodyPr/>
        <a:lstStyle/>
        <a:p>
          <a:endParaRPr lang="en-US"/>
        </a:p>
      </dgm:t>
    </dgm:pt>
    <dgm:pt modelId="{F9878C3B-B1FF-4E9C-8191-8CE5270B8C43}" type="pres">
      <dgm:prSet presAssocID="{1B2DAF79-0443-4BE8-9851-EDEDDD51CAF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E63B2E1-2259-4A9A-AE59-A9F72E2B4E6A}" type="pres">
      <dgm:prSet presAssocID="{4967DD84-85F9-44B0-98FA-F8EFE49ACF91}" presName="hierRoot1" presStyleCnt="0">
        <dgm:presLayoutVars>
          <dgm:hierBranch val="init"/>
        </dgm:presLayoutVars>
      </dgm:prSet>
      <dgm:spPr/>
    </dgm:pt>
    <dgm:pt modelId="{2D0B3E98-5ABB-40A6-BB90-478E812E66F7}" type="pres">
      <dgm:prSet presAssocID="{4967DD84-85F9-44B0-98FA-F8EFE49ACF91}" presName="rootComposite1" presStyleCnt="0"/>
      <dgm:spPr/>
    </dgm:pt>
    <dgm:pt modelId="{36B245E9-05DD-402F-A71F-C36DF91D936B}" type="pres">
      <dgm:prSet presAssocID="{4967DD84-85F9-44B0-98FA-F8EFE49ACF91}" presName="rootText1" presStyleLbl="node0" presStyleIdx="0" presStyleCnt="1" custScaleX="150675" custScaleY="94041" custLinFactY="-57420" custLinFactNeighborX="5799" custLinFactNeighborY="-100000">
        <dgm:presLayoutVars>
          <dgm:chPref val="3"/>
        </dgm:presLayoutVars>
      </dgm:prSet>
      <dgm:spPr/>
    </dgm:pt>
    <dgm:pt modelId="{FB6E0BAA-392D-427D-9030-D9D58152AB7B}" type="pres">
      <dgm:prSet presAssocID="{4967DD84-85F9-44B0-98FA-F8EFE49ACF91}" presName="rootConnector1" presStyleLbl="node1" presStyleIdx="0" presStyleCnt="0"/>
      <dgm:spPr/>
    </dgm:pt>
    <dgm:pt modelId="{6622BFB1-1709-4E05-9831-5DE90B7D8646}" type="pres">
      <dgm:prSet presAssocID="{4967DD84-85F9-44B0-98FA-F8EFE49ACF91}" presName="hierChild2" presStyleCnt="0"/>
      <dgm:spPr/>
    </dgm:pt>
    <dgm:pt modelId="{5BFAB415-1396-4B5E-BDC0-06F7B462B0C6}" type="pres">
      <dgm:prSet presAssocID="{D3449D91-7E3F-4043-9AFE-E95C7C3C0FCF}" presName="Name37" presStyleLbl="parChTrans1D2" presStyleIdx="0" presStyleCnt="6"/>
      <dgm:spPr/>
    </dgm:pt>
    <dgm:pt modelId="{E56915B7-A589-47EC-8EAC-A2F7B2B37C2C}" type="pres">
      <dgm:prSet presAssocID="{81F94E36-0DC6-476F-8F1C-F71E2CEB2EA8}" presName="hierRoot2" presStyleCnt="0">
        <dgm:presLayoutVars>
          <dgm:hierBranch val="init"/>
        </dgm:presLayoutVars>
      </dgm:prSet>
      <dgm:spPr/>
    </dgm:pt>
    <dgm:pt modelId="{7861356F-A81B-4745-A0A8-981BCF4812EB}" type="pres">
      <dgm:prSet presAssocID="{81F94E36-0DC6-476F-8F1C-F71E2CEB2EA8}" presName="rootComposite" presStyleCnt="0"/>
      <dgm:spPr/>
    </dgm:pt>
    <dgm:pt modelId="{B3505D55-F7B4-47A5-B4F4-B4B8A1F6A2A3}" type="pres">
      <dgm:prSet presAssocID="{81F94E36-0DC6-476F-8F1C-F71E2CEB2EA8}" presName="rootText" presStyleLbl="node2" presStyleIdx="0" presStyleCnt="6" custLinFactY="-5380" custLinFactNeighborX="-149" custLinFactNeighborY="-100000">
        <dgm:presLayoutVars>
          <dgm:chPref val="3"/>
        </dgm:presLayoutVars>
      </dgm:prSet>
      <dgm:spPr/>
    </dgm:pt>
    <dgm:pt modelId="{5195E386-85A6-4C6A-B853-BB80F15EE9C9}" type="pres">
      <dgm:prSet presAssocID="{81F94E36-0DC6-476F-8F1C-F71E2CEB2EA8}" presName="rootConnector" presStyleLbl="node2" presStyleIdx="0" presStyleCnt="6"/>
      <dgm:spPr/>
    </dgm:pt>
    <dgm:pt modelId="{FB917798-9E54-4FB3-B5B1-C834C16B412B}" type="pres">
      <dgm:prSet presAssocID="{81F94E36-0DC6-476F-8F1C-F71E2CEB2EA8}" presName="hierChild4" presStyleCnt="0"/>
      <dgm:spPr/>
    </dgm:pt>
    <dgm:pt modelId="{E2964F05-B15F-4974-8EC0-A788CE8C1ABE}" type="pres">
      <dgm:prSet presAssocID="{E4504EA9-5862-400C-A4AA-4FAFF18969CE}" presName="Name37" presStyleLbl="parChTrans1D3" presStyleIdx="0" presStyleCnt="5"/>
      <dgm:spPr/>
    </dgm:pt>
    <dgm:pt modelId="{8CE5C7B8-7AB1-4FAE-AD3F-CCA48E352F04}" type="pres">
      <dgm:prSet presAssocID="{31DED4C8-45E4-4646-B1EA-9AB825F5BA9D}" presName="hierRoot2" presStyleCnt="0">
        <dgm:presLayoutVars>
          <dgm:hierBranch val="init"/>
        </dgm:presLayoutVars>
      </dgm:prSet>
      <dgm:spPr/>
    </dgm:pt>
    <dgm:pt modelId="{2E77A3D8-434A-4F56-A9A0-26A79B38A13A}" type="pres">
      <dgm:prSet presAssocID="{31DED4C8-45E4-4646-B1EA-9AB825F5BA9D}" presName="rootComposite" presStyleCnt="0"/>
      <dgm:spPr/>
    </dgm:pt>
    <dgm:pt modelId="{E53FC2AE-3AAF-4DD8-A367-126D86CAACD0}" type="pres">
      <dgm:prSet presAssocID="{31DED4C8-45E4-4646-B1EA-9AB825F5BA9D}" presName="rootText" presStyleLbl="node3" presStyleIdx="0" presStyleCnt="5" custLinFactNeighborX="-1295" custLinFactNeighborY="-53340">
        <dgm:presLayoutVars>
          <dgm:chPref val="3"/>
        </dgm:presLayoutVars>
      </dgm:prSet>
      <dgm:spPr/>
    </dgm:pt>
    <dgm:pt modelId="{032D2918-A65F-4891-B71F-778A696D91BC}" type="pres">
      <dgm:prSet presAssocID="{31DED4C8-45E4-4646-B1EA-9AB825F5BA9D}" presName="rootConnector" presStyleLbl="node3" presStyleIdx="0" presStyleCnt="5"/>
      <dgm:spPr/>
    </dgm:pt>
    <dgm:pt modelId="{28B9A682-0A41-4303-BA4A-FDAFDC0F27F7}" type="pres">
      <dgm:prSet presAssocID="{31DED4C8-45E4-4646-B1EA-9AB825F5BA9D}" presName="hierChild4" presStyleCnt="0"/>
      <dgm:spPr/>
    </dgm:pt>
    <dgm:pt modelId="{5C50F9D6-C06B-4B16-8B03-2507D88173C9}" type="pres">
      <dgm:prSet presAssocID="{31DED4C8-45E4-4646-B1EA-9AB825F5BA9D}" presName="hierChild5" presStyleCnt="0"/>
      <dgm:spPr/>
    </dgm:pt>
    <dgm:pt modelId="{D75315F1-564E-4C10-BDC8-B4BD356F645B}" type="pres">
      <dgm:prSet presAssocID="{81F94E36-0DC6-476F-8F1C-F71E2CEB2EA8}" presName="hierChild5" presStyleCnt="0"/>
      <dgm:spPr/>
    </dgm:pt>
    <dgm:pt modelId="{DD8D90CD-B471-4CE5-AA9E-9070AEF87C34}" type="pres">
      <dgm:prSet presAssocID="{E76D731D-FC52-4E00-8011-6DFCC1C05D28}" presName="Name37" presStyleLbl="parChTrans1D2" presStyleIdx="1" presStyleCnt="6"/>
      <dgm:spPr/>
    </dgm:pt>
    <dgm:pt modelId="{E247AB54-A9DE-4ECC-AE5F-F59C7F740456}" type="pres">
      <dgm:prSet presAssocID="{5C423B84-E8CE-4A18-9F6F-EB2FB9BC9EAA}" presName="hierRoot2" presStyleCnt="0">
        <dgm:presLayoutVars>
          <dgm:hierBranch val="init"/>
        </dgm:presLayoutVars>
      </dgm:prSet>
      <dgm:spPr/>
    </dgm:pt>
    <dgm:pt modelId="{13520304-58A9-4927-A622-732C976DEFE6}" type="pres">
      <dgm:prSet presAssocID="{5C423B84-E8CE-4A18-9F6F-EB2FB9BC9EAA}" presName="rootComposite" presStyleCnt="0"/>
      <dgm:spPr/>
    </dgm:pt>
    <dgm:pt modelId="{261801D6-FFE1-45CE-AE87-BA1F7F42953B}" type="pres">
      <dgm:prSet presAssocID="{5C423B84-E8CE-4A18-9F6F-EB2FB9BC9EAA}" presName="rootText" presStyleLbl="node2" presStyleIdx="1" presStyleCnt="6" custLinFactY="-5380" custLinFactNeighborX="-149" custLinFactNeighborY="-100000">
        <dgm:presLayoutVars>
          <dgm:chPref val="3"/>
        </dgm:presLayoutVars>
      </dgm:prSet>
      <dgm:spPr/>
    </dgm:pt>
    <dgm:pt modelId="{0C92FD06-B021-4B46-B84F-C9DE2925B248}" type="pres">
      <dgm:prSet presAssocID="{5C423B84-E8CE-4A18-9F6F-EB2FB9BC9EAA}" presName="rootConnector" presStyleLbl="node2" presStyleIdx="1" presStyleCnt="6"/>
      <dgm:spPr/>
    </dgm:pt>
    <dgm:pt modelId="{72F4FA1D-E873-47B0-BB55-149F105125D4}" type="pres">
      <dgm:prSet presAssocID="{5C423B84-E8CE-4A18-9F6F-EB2FB9BC9EAA}" presName="hierChild4" presStyleCnt="0"/>
      <dgm:spPr/>
    </dgm:pt>
    <dgm:pt modelId="{D3059729-4F4D-4335-955E-76C4B25AD976}" type="pres">
      <dgm:prSet presAssocID="{5C423B84-E8CE-4A18-9F6F-EB2FB9BC9EAA}" presName="hierChild5" presStyleCnt="0"/>
      <dgm:spPr/>
    </dgm:pt>
    <dgm:pt modelId="{CD46D60E-FB21-4729-85C1-729FC7D94837}" type="pres">
      <dgm:prSet presAssocID="{93679AC3-0A0F-4144-9E34-8CB77A5454F9}" presName="Name37" presStyleLbl="parChTrans1D2" presStyleIdx="2" presStyleCnt="6"/>
      <dgm:spPr/>
    </dgm:pt>
    <dgm:pt modelId="{A6CDF769-8A4E-42D5-8304-FA18E7FC2AD3}" type="pres">
      <dgm:prSet presAssocID="{12A704D9-8354-44AE-ADF9-26EEC812020C}" presName="hierRoot2" presStyleCnt="0">
        <dgm:presLayoutVars>
          <dgm:hierBranch val="init"/>
        </dgm:presLayoutVars>
      </dgm:prSet>
      <dgm:spPr/>
    </dgm:pt>
    <dgm:pt modelId="{AA17E0DA-2FE1-468F-BA30-47C70C075C07}" type="pres">
      <dgm:prSet presAssocID="{12A704D9-8354-44AE-ADF9-26EEC812020C}" presName="rootComposite" presStyleCnt="0"/>
      <dgm:spPr/>
    </dgm:pt>
    <dgm:pt modelId="{04CAE8A4-7545-4BF9-BEBA-9496F12D4B84}" type="pres">
      <dgm:prSet presAssocID="{12A704D9-8354-44AE-ADF9-26EEC812020C}" presName="rootText" presStyleLbl="node2" presStyleIdx="2" presStyleCnt="6" custLinFactY="-5380" custLinFactNeighborX="-149" custLinFactNeighborY="-100000">
        <dgm:presLayoutVars>
          <dgm:chPref val="3"/>
        </dgm:presLayoutVars>
      </dgm:prSet>
      <dgm:spPr/>
    </dgm:pt>
    <dgm:pt modelId="{EFF41F72-565D-48AF-98B9-33B22239C9F9}" type="pres">
      <dgm:prSet presAssocID="{12A704D9-8354-44AE-ADF9-26EEC812020C}" presName="rootConnector" presStyleLbl="node2" presStyleIdx="2" presStyleCnt="6"/>
      <dgm:spPr/>
    </dgm:pt>
    <dgm:pt modelId="{BA878AB2-4568-4044-ACC4-3C4299280104}" type="pres">
      <dgm:prSet presAssocID="{12A704D9-8354-44AE-ADF9-26EEC812020C}" presName="hierChild4" presStyleCnt="0"/>
      <dgm:spPr/>
    </dgm:pt>
    <dgm:pt modelId="{8F003A2A-E66C-4E3A-A375-14D320BE545F}" type="pres">
      <dgm:prSet presAssocID="{12A704D9-8354-44AE-ADF9-26EEC812020C}" presName="hierChild5" presStyleCnt="0"/>
      <dgm:spPr/>
    </dgm:pt>
    <dgm:pt modelId="{CB5F523B-6DA7-41DA-9153-BE4614FD5544}" type="pres">
      <dgm:prSet presAssocID="{69DBCC03-5E0E-4562-8A6E-A6A5C051D6A1}" presName="Name37" presStyleLbl="parChTrans1D2" presStyleIdx="3" presStyleCnt="6"/>
      <dgm:spPr/>
    </dgm:pt>
    <dgm:pt modelId="{68C52314-412E-4FB9-AC89-96492AE144C0}" type="pres">
      <dgm:prSet presAssocID="{6989725E-41B6-49A0-8B12-47F1A71FDBD1}" presName="hierRoot2" presStyleCnt="0">
        <dgm:presLayoutVars>
          <dgm:hierBranch val="init"/>
        </dgm:presLayoutVars>
      </dgm:prSet>
      <dgm:spPr/>
    </dgm:pt>
    <dgm:pt modelId="{2E561909-EB55-427E-9BEB-DAFE05FA6DE8}" type="pres">
      <dgm:prSet presAssocID="{6989725E-41B6-49A0-8B12-47F1A71FDBD1}" presName="rootComposite" presStyleCnt="0"/>
      <dgm:spPr/>
    </dgm:pt>
    <dgm:pt modelId="{5D4F2A5C-8E15-4C22-A16F-A06EF6B84CE9}" type="pres">
      <dgm:prSet presAssocID="{6989725E-41B6-49A0-8B12-47F1A71FDBD1}" presName="rootText" presStyleLbl="node2" presStyleIdx="3" presStyleCnt="6" custLinFactY="-5380" custLinFactNeighborX="-149" custLinFactNeighborY="-100000">
        <dgm:presLayoutVars>
          <dgm:chPref val="3"/>
        </dgm:presLayoutVars>
      </dgm:prSet>
      <dgm:spPr/>
    </dgm:pt>
    <dgm:pt modelId="{DB8A547F-D014-48E3-8A58-131C0FF62C08}" type="pres">
      <dgm:prSet presAssocID="{6989725E-41B6-49A0-8B12-47F1A71FDBD1}" presName="rootConnector" presStyleLbl="node2" presStyleIdx="3" presStyleCnt="6"/>
      <dgm:spPr/>
    </dgm:pt>
    <dgm:pt modelId="{7B8A4E33-5908-4A81-A968-03CF26A1C118}" type="pres">
      <dgm:prSet presAssocID="{6989725E-41B6-49A0-8B12-47F1A71FDBD1}" presName="hierChild4" presStyleCnt="0"/>
      <dgm:spPr/>
    </dgm:pt>
    <dgm:pt modelId="{9585FB90-AE0E-4B98-8D1E-E7F5D7421007}" type="pres">
      <dgm:prSet presAssocID="{AEBB03F3-C70C-4E8F-8B9C-B895B0E30F68}" presName="Name37" presStyleLbl="parChTrans1D3" presStyleIdx="1" presStyleCnt="5"/>
      <dgm:spPr/>
    </dgm:pt>
    <dgm:pt modelId="{3244A872-6AD3-4D6F-9F3C-86361B4887F1}" type="pres">
      <dgm:prSet presAssocID="{866A85BD-1708-4D3D-9E4A-0F7627BEE6B4}" presName="hierRoot2" presStyleCnt="0">
        <dgm:presLayoutVars>
          <dgm:hierBranch val="init"/>
        </dgm:presLayoutVars>
      </dgm:prSet>
      <dgm:spPr/>
    </dgm:pt>
    <dgm:pt modelId="{F7E8519A-EE90-4035-9B3D-7E472D9B5CC4}" type="pres">
      <dgm:prSet presAssocID="{866A85BD-1708-4D3D-9E4A-0F7627BEE6B4}" presName="rootComposite" presStyleCnt="0"/>
      <dgm:spPr/>
    </dgm:pt>
    <dgm:pt modelId="{52B0B49D-DBDC-42B5-BD57-1A81EC614CB4}" type="pres">
      <dgm:prSet presAssocID="{866A85BD-1708-4D3D-9E4A-0F7627BEE6B4}" presName="rootText" presStyleLbl="node3" presStyleIdx="1" presStyleCnt="5" custLinFactNeighborX="13002" custLinFactNeighborY="-53340">
        <dgm:presLayoutVars>
          <dgm:chPref val="3"/>
        </dgm:presLayoutVars>
      </dgm:prSet>
      <dgm:spPr/>
    </dgm:pt>
    <dgm:pt modelId="{B6CBBD63-17D7-4F4E-9F9C-30BFAF32228A}" type="pres">
      <dgm:prSet presAssocID="{866A85BD-1708-4D3D-9E4A-0F7627BEE6B4}" presName="rootConnector" presStyleLbl="node3" presStyleIdx="1" presStyleCnt="5"/>
      <dgm:spPr/>
    </dgm:pt>
    <dgm:pt modelId="{A10AA853-C4D9-4D4F-87A2-BFE36E44A5BB}" type="pres">
      <dgm:prSet presAssocID="{866A85BD-1708-4D3D-9E4A-0F7627BEE6B4}" presName="hierChild4" presStyleCnt="0"/>
      <dgm:spPr/>
    </dgm:pt>
    <dgm:pt modelId="{14BC859C-A59A-4693-AC7C-5BAFA15803F7}" type="pres">
      <dgm:prSet presAssocID="{866A85BD-1708-4D3D-9E4A-0F7627BEE6B4}" presName="hierChild5" presStyleCnt="0"/>
      <dgm:spPr/>
    </dgm:pt>
    <dgm:pt modelId="{8A232D68-EBB1-4AB9-92D9-AFE93297D23B}" type="pres">
      <dgm:prSet presAssocID="{438E6652-92EA-46F4-AE78-CC666D4E97F8}" presName="Name111" presStyleLbl="parChTrans1D4" presStyleIdx="0" presStyleCnt="4"/>
      <dgm:spPr/>
    </dgm:pt>
    <dgm:pt modelId="{561AB1F0-4E70-44EF-9432-292C2ADA1D1E}" type="pres">
      <dgm:prSet presAssocID="{E14B39DE-82CB-4A9F-80D9-A61DF7A782FA}" presName="hierRoot3" presStyleCnt="0">
        <dgm:presLayoutVars>
          <dgm:hierBranch val="init"/>
        </dgm:presLayoutVars>
      </dgm:prSet>
      <dgm:spPr/>
    </dgm:pt>
    <dgm:pt modelId="{425B481F-A116-4C17-9185-A2B20C0CDC7B}" type="pres">
      <dgm:prSet presAssocID="{E14B39DE-82CB-4A9F-80D9-A61DF7A782FA}" presName="rootComposite3" presStyleCnt="0"/>
      <dgm:spPr/>
    </dgm:pt>
    <dgm:pt modelId="{F81C4D1B-F1E1-424D-AA95-17D415E0071C}" type="pres">
      <dgm:prSet presAssocID="{E14B39DE-82CB-4A9F-80D9-A61DF7A782FA}" presName="rootText3" presStyleLbl="asst3" presStyleIdx="0" presStyleCnt="4" custLinFactNeighborX="-13433" custLinFactNeighborY="-1300">
        <dgm:presLayoutVars>
          <dgm:chPref val="3"/>
        </dgm:presLayoutVars>
      </dgm:prSet>
      <dgm:spPr/>
    </dgm:pt>
    <dgm:pt modelId="{9AA09DA8-2381-4C5E-AB34-E4EEAB5B9AE1}" type="pres">
      <dgm:prSet presAssocID="{E14B39DE-82CB-4A9F-80D9-A61DF7A782FA}" presName="rootConnector3" presStyleLbl="asst3" presStyleIdx="0" presStyleCnt="4"/>
      <dgm:spPr/>
    </dgm:pt>
    <dgm:pt modelId="{19232912-5916-4813-AB43-51ABDD43820C}" type="pres">
      <dgm:prSet presAssocID="{E14B39DE-82CB-4A9F-80D9-A61DF7A782FA}" presName="hierChild6" presStyleCnt="0"/>
      <dgm:spPr/>
    </dgm:pt>
    <dgm:pt modelId="{8721DF05-A28B-4FEA-B20A-EB73750B35E7}" type="pres">
      <dgm:prSet presAssocID="{E14B39DE-82CB-4A9F-80D9-A61DF7A782FA}" presName="hierChild7" presStyleCnt="0"/>
      <dgm:spPr/>
    </dgm:pt>
    <dgm:pt modelId="{F895E28F-A89A-49E6-A4AF-916FEB0733E3}" type="pres">
      <dgm:prSet presAssocID="{0006C0C3-0C1C-46C5-8C4A-A4B6A6038045}" presName="Name111" presStyleLbl="parChTrans1D4" presStyleIdx="1" presStyleCnt="4"/>
      <dgm:spPr/>
    </dgm:pt>
    <dgm:pt modelId="{55A583B6-6D52-4556-9EE0-59DE5C34EB9F}" type="pres">
      <dgm:prSet presAssocID="{814AF74A-0A6A-46EB-922A-8B18FC0AEBA6}" presName="hierRoot3" presStyleCnt="0">
        <dgm:presLayoutVars>
          <dgm:hierBranch val="init"/>
        </dgm:presLayoutVars>
      </dgm:prSet>
      <dgm:spPr/>
    </dgm:pt>
    <dgm:pt modelId="{52EDDBBF-BF29-43EB-A699-7EC9F2DF8F0C}" type="pres">
      <dgm:prSet presAssocID="{814AF74A-0A6A-46EB-922A-8B18FC0AEBA6}" presName="rootComposite3" presStyleCnt="0"/>
      <dgm:spPr/>
    </dgm:pt>
    <dgm:pt modelId="{E6EB6C20-6ADA-42A8-A819-5D0291B2F81C}" type="pres">
      <dgm:prSet presAssocID="{814AF74A-0A6A-46EB-922A-8B18FC0AEBA6}" presName="rootText3" presStyleLbl="asst3" presStyleIdx="1" presStyleCnt="4" custScaleX="94039" custLinFactNeighborX="12264" custLinFactNeighborY="-1300">
        <dgm:presLayoutVars>
          <dgm:chPref val="3"/>
        </dgm:presLayoutVars>
      </dgm:prSet>
      <dgm:spPr/>
    </dgm:pt>
    <dgm:pt modelId="{349DD854-54D8-4600-B805-F80C0FF77BE1}" type="pres">
      <dgm:prSet presAssocID="{814AF74A-0A6A-46EB-922A-8B18FC0AEBA6}" presName="rootConnector3" presStyleLbl="asst3" presStyleIdx="1" presStyleCnt="4"/>
      <dgm:spPr/>
    </dgm:pt>
    <dgm:pt modelId="{813453AD-8E3A-4FB8-BDB3-69CCDE5234AB}" type="pres">
      <dgm:prSet presAssocID="{814AF74A-0A6A-46EB-922A-8B18FC0AEBA6}" presName="hierChild6" presStyleCnt="0"/>
      <dgm:spPr/>
    </dgm:pt>
    <dgm:pt modelId="{44BAAC6B-F09B-487E-9EE5-26554D1EDE47}" type="pres">
      <dgm:prSet presAssocID="{814AF74A-0A6A-46EB-922A-8B18FC0AEBA6}" presName="hierChild7" presStyleCnt="0"/>
      <dgm:spPr/>
    </dgm:pt>
    <dgm:pt modelId="{B2273759-E5F4-4EED-BFA4-E507CE0126B0}" type="pres">
      <dgm:prSet presAssocID="{F9F50266-81E6-45B9-9C3D-95F8E551F739}" presName="Name37" presStyleLbl="parChTrans1D3" presStyleIdx="2" presStyleCnt="5"/>
      <dgm:spPr/>
    </dgm:pt>
    <dgm:pt modelId="{B97A8371-1169-4C99-9D92-982300A6A0CB}" type="pres">
      <dgm:prSet presAssocID="{8AD39308-CD7A-42FD-B83F-C28A317598AF}" presName="hierRoot2" presStyleCnt="0">
        <dgm:presLayoutVars>
          <dgm:hierBranch val="init"/>
        </dgm:presLayoutVars>
      </dgm:prSet>
      <dgm:spPr/>
    </dgm:pt>
    <dgm:pt modelId="{BB6E4469-EEF4-4596-82CD-25B925DEC1BE}" type="pres">
      <dgm:prSet presAssocID="{8AD39308-CD7A-42FD-B83F-C28A317598AF}" presName="rootComposite" presStyleCnt="0"/>
      <dgm:spPr/>
    </dgm:pt>
    <dgm:pt modelId="{85367C65-B344-4E02-A1B7-25352F01E3FA}" type="pres">
      <dgm:prSet presAssocID="{8AD39308-CD7A-42FD-B83F-C28A317598AF}" presName="rootText" presStyleLbl="node3" presStyleIdx="2" presStyleCnt="5" custScaleX="135652" custLinFactNeighborX="-69974" custLinFactNeighborY="-53340">
        <dgm:presLayoutVars>
          <dgm:chPref val="3"/>
        </dgm:presLayoutVars>
      </dgm:prSet>
      <dgm:spPr/>
    </dgm:pt>
    <dgm:pt modelId="{C485BF0C-134A-4FFE-8F65-4888A88AC941}" type="pres">
      <dgm:prSet presAssocID="{8AD39308-CD7A-42FD-B83F-C28A317598AF}" presName="rootConnector" presStyleLbl="node3" presStyleIdx="2" presStyleCnt="5"/>
      <dgm:spPr/>
    </dgm:pt>
    <dgm:pt modelId="{5AC07A8C-030D-4946-B4CE-E48429BC6EBD}" type="pres">
      <dgm:prSet presAssocID="{8AD39308-CD7A-42FD-B83F-C28A317598AF}" presName="hierChild4" presStyleCnt="0"/>
      <dgm:spPr/>
    </dgm:pt>
    <dgm:pt modelId="{F5BC3080-8EA2-494D-BB6F-62E6350B6A24}" type="pres">
      <dgm:prSet presAssocID="{8AD39308-CD7A-42FD-B83F-C28A317598AF}" presName="hierChild5" presStyleCnt="0"/>
      <dgm:spPr/>
    </dgm:pt>
    <dgm:pt modelId="{E9A3EF2D-8AF8-465B-AE66-0D44BA843AB6}" type="pres">
      <dgm:prSet presAssocID="{4B5D66C9-A547-4437-A6A4-F4FEA160614C}" presName="Name111" presStyleLbl="parChTrans1D4" presStyleIdx="2" presStyleCnt="4"/>
      <dgm:spPr/>
    </dgm:pt>
    <dgm:pt modelId="{D00F6DBA-1C2C-4EF7-BB3D-C3398E3549A0}" type="pres">
      <dgm:prSet presAssocID="{58E8DA78-D458-4481-8ED5-7AA632D780E8}" presName="hierRoot3" presStyleCnt="0">
        <dgm:presLayoutVars>
          <dgm:hierBranch val="init"/>
        </dgm:presLayoutVars>
      </dgm:prSet>
      <dgm:spPr/>
    </dgm:pt>
    <dgm:pt modelId="{4245D9C4-93D3-4881-BFB2-C99CAD488769}" type="pres">
      <dgm:prSet presAssocID="{58E8DA78-D458-4481-8ED5-7AA632D780E8}" presName="rootComposite3" presStyleCnt="0"/>
      <dgm:spPr/>
    </dgm:pt>
    <dgm:pt modelId="{79CE6256-2D97-49CE-B5A3-B1374121F633}" type="pres">
      <dgm:prSet presAssocID="{58E8DA78-D458-4481-8ED5-7AA632D780E8}" presName="rootText3" presStyleLbl="asst3" presStyleIdx="2" presStyleCnt="4" custLinFactNeighborX="58029" custLinFactNeighborY="-1300">
        <dgm:presLayoutVars>
          <dgm:chPref val="3"/>
        </dgm:presLayoutVars>
      </dgm:prSet>
      <dgm:spPr/>
    </dgm:pt>
    <dgm:pt modelId="{B2020478-368E-4520-B7C4-07C878A34EF6}" type="pres">
      <dgm:prSet presAssocID="{58E8DA78-D458-4481-8ED5-7AA632D780E8}" presName="rootConnector3" presStyleLbl="asst3" presStyleIdx="2" presStyleCnt="4"/>
      <dgm:spPr/>
    </dgm:pt>
    <dgm:pt modelId="{6A1F965C-4D42-4497-A0D5-256449BB8DF7}" type="pres">
      <dgm:prSet presAssocID="{58E8DA78-D458-4481-8ED5-7AA632D780E8}" presName="hierChild6" presStyleCnt="0"/>
      <dgm:spPr/>
    </dgm:pt>
    <dgm:pt modelId="{2C226352-20CC-41FB-9CAB-B4AB5C5AA3C2}" type="pres">
      <dgm:prSet presAssocID="{58E8DA78-D458-4481-8ED5-7AA632D780E8}" presName="hierChild7" presStyleCnt="0"/>
      <dgm:spPr/>
    </dgm:pt>
    <dgm:pt modelId="{CDED3F17-3C45-4601-A587-DDB0DE0B5E3D}" type="pres">
      <dgm:prSet presAssocID="{08E2EB48-D018-4338-B4C3-6A4D2110BE98}" presName="Name37" presStyleLbl="parChTrans1D3" presStyleIdx="3" presStyleCnt="5"/>
      <dgm:spPr/>
    </dgm:pt>
    <dgm:pt modelId="{8A002C32-A3A4-4D45-B25C-9445F6202DC0}" type="pres">
      <dgm:prSet presAssocID="{D7B52DAA-72E2-4003-893B-A520C6AF5AA1}" presName="hierRoot2" presStyleCnt="0">
        <dgm:presLayoutVars>
          <dgm:hierBranch val="init"/>
        </dgm:presLayoutVars>
      </dgm:prSet>
      <dgm:spPr/>
    </dgm:pt>
    <dgm:pt modelId="{0861C1D4-7B6C-4E48-84BC-45C6421AB6D9}" type="pres">
      <dgm:prSet presAssocID="{D7B52DAA-72E2-4003-893B-A520C6AF5AA1}" presName="rootComposite" presStyleCnt="0"/>
      <dgm:spPr/>
    </dgm:pt>
    <dgm:pt modelId="{CADB663F-FB17-44EE-9431-5D28BA70EE4F}" type="pres">
      <dgm:prSet presAssocID="{D7B52DAA-72E2-4003-893B-A520C6AF5AA1}" presName="rootText" presStyleLbl="node3" presStyleIdx="3" presStyleCnt="5" custScaleX="104153" custScaleY="96521" custLinFactNeighborX="-70934" custLinFactNeighborY="-53340">
        <dgm:presLayoutVars>
          <dgm:chPref val="3"/>
        </dgm:presLayoutVars>
      </dgm:prSet>
      <dgm:spPr/>
    </dgm:pt>
    <dgm:pt modelId="{065B4273-7107-42C3-86C4-6DEB19501522}" type="pres">
      <dgm:prSet presAssocID="{D7B52DAA-72E2-4003-893B-A520C6AF5AA1}" presName="rootConnector" presStyleLbl="node3" presStyleIdx="3" presStyleCnt="5"/>
      <dgm:spPr/>
    </dgm:pt>
    <dgm:pt modelId="{25902B03-B4B9-420E-BE5A-38F29C571D43}" type="pres">
      <dgm:prSet presAssocID="{D7B52DAA-72E2-4003-893B-A520C6AF5AA1}" presName="hierChild4" presStyleCnt="0"/>
      <dgm:spPr/>
    </dgm:pt>
    <dgm:pt modelId="{68DA8646-E583-4828-9A0C-B6799517B3CD}" type="pres">
      <dgm:prSet presAssocID="{D7B52DAA-72E2-4003-893B-A520C6AF5AA1}" presName="hierChild5" presStyleCnt="0"/>
      <dgm:spPr/>
    </dgm:pt>
    <dgm:pt modelId="{2ADA24BF-3DA0-4F1F-B8D5-2D15E0E72C85}" type="pres">
      <dgm:prSet presAssocID="{A2465669-079D-4B2D-8FE7-01AD7FC7B253}" presName="Name37" presStyleLbl="parChTrans1D3" presStyleIdx="4" presStyleCnt="5"/>
      <dgm:spPr/>
    </dgm:pt>
    <dgm:pt modelId="{C3E0393C-1F55-45EC-942C-619B57CFF51A}" type="pres">
      <dgm:prSet presAssocID="{77FE83CA-0C8C-468C-B99B-7DCECF1D8BBB}" presName="hierRoot2" presStyleCnt="0">
        <dgm:presLayoutVars>
          <dgm:hierBranch val="init"/>
        </dgm:presLayoutVars>
      </dgm:prSet>
      <dgm:spPr/>
    </dgm:pt>
    <dgm:pt modelId="{624EE4E5-E6EA-4D73-BBED-C290682569DC}" type="pres">
      <dgm:prSet presAssocID="{77FE83CA-0C8C-468C-B99B-7DCECF1D8BBB}" presName="rootComposite" presStyleCnt="0"/>
      <dgm:spPr/>
    </dgm:pt>
    <dgm:pt modelId="{A8639174-5348-45A8-B946-EED2922607AD}" type="pres">
      <dgm:prSet presAssocID="{77FE83CA-0C8C-468C-B99B-7DCECF1D8BBB}" presName="rootText" presStyleLbl="node3" presStyleIdx="4" presStyleCnt="5" custLinFactNeighborX="-25318" custLinFactNeighborY="-53340">
        <dgm:presLayoutVars>
          <dgm:chPref val="3"/>
        </dgm:presLayoutVars>
      </dgm:prSet>
      <dgm:spPr/>
    </dgm:pt>
    <dgm:pt modelId="{BFD6E0CF-82E7-4C00-9EA4-C43EDB6DA7EE}" type="pres">
      <dgm:prSet presAssocID="{77FE83CA-0C8C-468C-B99B-7DCECF1D8BBB}" presName="rootConnector" presStyleLbl="node3" presStyleIdx="4" presStyleCnt="5"/>
      <dgm:spPr/>
    </dgm:pt>
    <dgm:pt modelId="{696F7059-B890-4422-9D34-3766F23CBFBA}" type="pres">
      <dgm:prSet presAssocID="{77FE83CA-0C8C-468C-B99B-7DCECF1D8BBB}" presName="hierChild4" presStyleCnt="0"/>
      <dgm:spPr/>
    </dgm:pt>
    <dgm:pt modelId="{E6C7BB32-C83B-425B-8625-9EC14E7A2F06}" type="pres">
      <dgm:prSet presAssocID="{77FE83CA-0C8C-468C-B99B-7DCECF1D8BBB}" presName="hierChild5" presStyleCnt="0"/>
      <dgm:spPr/>
    </dgm:pt>
    <dgm:pt modelId="{ABE7496E-FDD4-4C1E-9129-92100A77376D}" type="pres">
      <dgm:prSet presAssocID="{0EBB6712-31D9-4B7C-A015-5E776CBF96E5}" presName="Name111" presStyleLbl="parChTrans1D4" presStyleIdx="3" presStyleCnt="4"/>
      <dgm:spPr/>
    </dgm:pt>
    <dgm:pt modelId="{0AB0AED3-C145-47AA-AA6C-896164019FA1}" type="pres">
      <dgm:prSet presAssocID="{E510ACF3-C82D-41C5-80FC-9A6DE3A3F8EA}" presName="hierRoot3" presStyleCnt="0">
        <dgm:presLayoutVars>
          <dgm:hierBranch val="init"/>
        </dgm:presLayoutVars>
      </dgm:prSet>
      <dgm:spPr/>
    </dgm:pt>
    <dgm:pt modelId="{A7C5300F-95C9-404C-ADB7-65EA37DB041D}" type="pres">
      <dgm:prSet presAssocID="{E510ACF3-C82D-41C5-80FC-9A6DE3A3F8EA}" presName="rootComposite3" presStyleCnt="0"/>
      <dgm:spPr/>
    </dgm:pt>
    <dgm:pt modelId="{B035FE31-E7C9-497F-A6C2-F53127750989}" type="pres">
      <dgm:prSet presAssocID="{E510ACF3-C82D-41C5-80FC-9A6DE3A3F8EA}" presName="rootText3" presStyleLbl="asst3" presStyleIdx="3" presStyleCnt="4" custLinFactNeighborX="-27088" custLinFactNeighborY="-1300">
        <dgm:presLayoutVars>
          <dgm:chPref val="3"/>
        </dgm:presLayoutVars>
      </dgm:prSet>
      <dgm:spPr/>
    </dgm:pt>
    <dgm:pt modelId="{CBCBBE29-0B17-4119-A26E-D81ED18A9E62}" type="pres">
      <dgm:prSet presAssocID="{E510ACF3-C82D-41C5-80FC-9A6DE3A3F8EA}" presName="rootConnector3" presStyleLbl="asst3" presStyleIdx="3" presStyleCnt="4"/>
      <dgm:spPr/>
    </dgm:pt>
    <dgm:pt modelId="{F4BDA177-168B-4E31-AD6F-4A4C5DC50267}" type="pres">
      <dgm:prSet presAssocID="{E510ACF3-C82D-41C5-80FC-9A6DE3A3F8EA}" presName="hierChild6" presStyleCnt="0"/>
      <dgm:spPr/>
    </dgm:pt>
    <dgm:pt modelId="{BE988BD4-E1BF-476E-AEBE-0AA0704F057F}" type="pres">
      <dgm:prSet presAssocID="{E510ACF3-C82D-41C5-80FC-9A6DE3A3F8EA}" presName="hierChild7" presStyleCnt="0"/>
      <dgm:spPr/>
    </dgm:pt>
    <dgm:pt modelId="{4ACB6530-068D-4AEF-9381-5AC419ABD617}" type="pres">
      <dgm:prSet presAssocID="{6989725E-41B6-49A0-8B12-47F1A71FDBD1}" presName="hierChild5" presStyleCnt="0"/>
      <dgm:spPr/>
    </dgm:pt>
    <dgm:pt modelId="{2BA2027E-6294-4D8C-8793-528E4DE788B4}" type="pres">
      <dgm:prSet presAssocID="{2D2AA9C3-D43F-4EB1-82A3-93AAFF6BD0A0}" presName="Name37" presStyleLbl="parChTrans1D2" presStyleIdx="4" presStyleCnt="6"/>
      <dgm:spPr/>
    </dgm:pt>
    <dgm:pt modelId="{E39E7C2E-533B-4CA1-91DD-54169F6384EA}" type="pres">
      <dgm:prSet presAssocID="{76672BDD-E4DE-42D2-B463-A58875168B47}" presName="hierRoot2" presStyleCnt="0">
        <dgm:presLayoutVars>
          <dgm:hierBranch val="init"/>
        </dgm:presLayoutVars>
      </dgm:prSet>
      <dgm:spPr/>
    </dgm:pt>
    <dgm:pt modelId="{9B0DA9E7-A9D9-4767-8E1B-B5555070571A}" type="pres">
      <dgm:prSet presAssocID="{76672BDD-E4DE-42D2-B463-A58875168B47}" presName="rootComposite" presStyleCnt="0"/>
      <dgm:spPr/>
    </dgm:pt>
    <dgm:pt modelId="{1CB9F49D-2DB0-4EC7-AA7D-6749FD5B2E12}" type="pres">
      <dgm:prSet presAssocID="{76672BDD-E4DE-42D2-B463-A58875168B47}" presName="rootText" presStyleLbl="node2" presStyleIdx="4" presStyleCnt="6" custScaleX="108076" custLinFactY="-5380" custLinFactNeighborX="-149" custLinFactNeighborY="-100000">
        <dgm:presLayoutVars>
          <dgm:chPref val="3"/>
        </dgm:presLayoutVars>
      </dgm:prSet>
      <dgm:spPr/>
    </dgm:pt>
    <dgm:pt modelId="{FDA8805E-232C-461A-AF65-647A10B96EF0}" type="pres">
      <dgm:prSet presAssocID="{76672BDD-E4DE-42D2-B463-A58875168B47}" presName="rootConnector" presStyleLbl="node2" presStyleIdx="4" presStyleCnt="6"/>
      <dgm:spPr/>
    </dgm:pt>
    <dgm:pt modelId="{A6BE3E1B-6862-4B4B-925B-C424C9627D00}" type="pres">
      <dgm:prSet presAssocID="{76672BDD-E4DE-42D2-B463-A58875168B47}" presName="hierChild4" presStyleCnt="0"/>
      <dgm:spPr/>
    </dgm:pt>
    <dgm:pt modelId="{EFED24D8-06FF-4AA3-9A87-26D8A195333D}" type="pres">
      <dgm:prSet presAssocID="{76672BDD-E4DE-42D2-B463-A58875168B47}" presName="hierChild5" presStyleCnt="0"/>
      <dgm:spPr/>
    </dgm:pt>
    <dgm:pt modelId="{8ED6B7B1-4DB0-4F06-951C-00BF3C629812}" type="pres">
      <dgm:prSet presAssocID="{251A3DCE-AFCC-4D48-A3D9-16E29970DF74}" presName="Name37" presStyleLbl="parChTrans1D2" presStyleIdx="5" presStyleCnt="6"/>
      <dgm:spPr/>
    </dgm:pt>
    <dgm:pt modelId="{7CD7EBB7-7A15-45E4-940C-2E1BA78E143B}" type="pres">
      <dgm:prSet presAssocID="{AB4CA550-AD48-42D9-8A2D-F035DF4D69A7}" presName="hierRoot2" presStyleCnt="0">
        <dgm:presLayoutVars>
          <dgm:hierBranch val="init"/>
        </dgm:presLayoutVars>
      </dgm:prSet>
      <dgm:spPr/>
    </dgm:pt>
    <dgm:pt modelId="{D8AC36F8-86AC-4DFF-A681-4208DC396CB1}" type="pres">
      <dgm:prSet presAssocID="{AB4CA550-AD48-42D9-8A2D-F035DF4D69A7}" presName="rootComposite" presStyleCnt="0"/>
      <dgm:spPr/>
    </dgm:pt>
    <dgm:pt modelId="{6DFE9458-DACF-4073-BA0B-BB544E2FEA48}" type="pres">
      <dgm:prSet presAssocID="{AB4CA550-AD48-42D9-8A2D-F035DF4D69A7}" presName="rootText" presStyleLbl="node2" presStyleIdx="5" presStyleCnt="6" custScaleX="108076" custLinFactY="-5380" custLinFactNeighborX="-149" custLinFactNeighborY="-100000">
        <dgm:presLayoutVars>
          <dgm:chPref val="3"/>
        </dgm:presLayoutVars>
      </dgm:prSet>
      <dgm:spPr/>
    </dgm:pt>
    <dgm:pt modelId="{24B76BC8-E0C6-4F05-86EE-67B559AB8E28}" type="pres">
      <dgm:prSet presAssocID="{AB4CA550-AD48-42D9-8A2D-F035DF4D69A7}" presName="rootConnector" presStyleLbl="node2" presStyleIdx="5" presStyleCnt="6"/>
      <dgm:spPr/>
    </dgm:pt>
    <dgm:pt modelId="{3192588F-6F1C-4B9B-9101-8F63B1FCF59A}" type="pres">
      <dgm:prSet presAssocID="{AB4CA550-AD48-42D9-8A2D-F035DF4D69A7}" presName="hierChild4" presStyleCnt="0"/>
      <dgm:spPr/>
    </dgm:pt>
    <dgm:pt modelId="{7DCFDCB7-3E9C-4EE5-A266-3751B03B02BF}" type="pres">
      <dgm:prSet presAssocID="{AB4CA550-AD48-42D9-8A2D-F035DF4D69A7}" presName="hierChild5" presStyleCnt="0"/>
      <dgm:spPr/>
    </dgm:pt>
    <dgm:pt modelId="{09E2DBCF-B3E1-4B53-BE10-A6C77CBACDE7}" type="pres">
      <dgm:prSet presAssocID="{4967DD84-85F9-44B0-98FA-F8EFE49ACF91}" presName="hierChild3" presStyleCnt="0"/>
      <dgm:spPr/>
    </dgm:pt>
  </dgm:ptLst>
  <dgm:cxnLst>
    <dgm:cxn modelId="{7AC11100-BB71-48DD-8762-4A4417F6705B}" srcId="{6989725E-41B6-49A0-8B12-47F1A71FDBD1}" destId="{8AD39308-CD7A-42FD-B83F-C28A317598AF}" srcOrd="1" destOrd="0" parTransId="{F9F50266-81E6-45B9-9C3D-95F8E551F739}" sibTransId="{00D44886-6E25-47F0-980C-019D382B73B9}"/>
    <dgm:cxn modelId="{C6DC550B-9884-47C1-9B6E-7D3C676611F8}" type="presOf" srcId="{31DED4C8-45E4-4646-B1EA-9AB825F5BA9D}" destId="{E53FC2AE-3AAF-4DD8-A367-126D86CAACD0}" srcOrd="0" destOrd="0" presId="urn:microsoft.com/office/officeart/2005/8/layout/orgChart1"/>
    <dgm:cxn modelId="{36C0BA0B-35E3-4614-8DFC-FB64CD9DA483}" type="presOf" srcId="{4967DD84-85F9-44B0-98FA-F8EFE49ACF91}" destId="{36B245E9-05DD-402F-A71F-C36DF91D936B}" srcOrd="0" destOrd="0" presId="urn:microsoft.com/office/officeart/2005/8/layout/orgChart1"/>
    <dgm:cxn modelId="{C650820C-4B65-432C-B519-71F10586701A}" type="presOf" srcId="{8AD39308-CD7A-42FD-B83F-C28A317598AF}" destId="{85367C65-B344-4E02-A1B7-25352F01E3FA}" srcOrd="0" destOrd="0" presId="urn:microsoft.com/office/officeart/2005/8/layout/orgChart1"/>
    <dgm:cxn modelId="{B5EF5C0D-64E2-4595-90CC-3C33E7361289}" type="presOf" srcId="{8AD39308-CD7A-42FD-B83F-C28A317598AF}" destId="{C485BF0C-134A-4FFE-8F65-4888A88AC941}" srcOrd="1" destOrd="0" presId="urn:microsoft.com/office/officeart/2005/8/layout/orgChart1"/>
    <dgm:cxn modelId="{EEBB4F15-99AC-4D8C-BC87-6859FE122E38}" srcId="{4967DD84-85F9-44B0-98FA-F8EFE49ACF91}" destId="{81F94E36-0DC6-476F-8F1C-F71E2CEB2EA8}" srcOrd="0" destOrd="0" parTransId="{D3449D91-7E3F-4043-9AFE-E95C7C3C0FCF}" sibTransId="{6F3271AA-0BCE-4C02-B6A0-90BA6B5B8820}"/>
    <dgm:cxn modelId="{73A48920-2AEA-4925-A176-ACC6A3D9AB73}" type="presOf" srcId="{77FE83CA-0C8C-468C-B99B-7DCECF1D8BBB}" destId="{BFD6E0CF-82E7-4C00-9EA4-C43EDB6DA7EE}" srcOrd="1" destOrd="0" presId="urn:microsoft.com/office/officeart/2005/8/layout/orgChart1"/>
    <dgm:cxn modelId="{21FFD627-AA09-422E-9673-A1CF82D297A4}" type="presOf" srcId="{E4504EA9-5862-400C-A4AA-4FAFF18969CE}" destId="{E2964F05-B15F-4974-8EC0-A788CE8C1ABE}" srcOrd="0" destOrd="0" presId="urn:microsoft.com/office/officeart/2005/8/layout/orgChart1"/>
    <dgm:cxn modelId="{5C0EDE29-1E40-43AD-BCF3-EA0B24A4FCD2}" type="presOf" srcId="{5C423B84-E8CE-4A18-9F6F-EB2FB9BC9EAA}" destId="{0C92FD06-B021-4B46-B84F-C9DE2925B248}" srcOrd="1" destOrd="0" presId="urn:microsoft.com/office/officeart/2005/8/layout/orgChart1"/>
    <dgm:cxn modelId="{09E87332-3989-4B6F-9DA5-ADAF1C608DC9}" type="presOf" srcId="{93679AC3-0A0F-4144-9E34-8CB77A5454F9}" destId="{CD46D60E-FB21-4729-85C1-729FC7D94837}" srcOrd="0" destOrd="0" presId="urn:microsoft.com/office/officeart/2005/8/layout/orgChart1"/>
    <dgm:cxn modelId="{5EEB4333-5F41-4046-98DD-5E2EE53F7E47}" type="presOf" srcId="{814AF74A-0A6A-46EB-922A-8B18FC0AEBA6}" destId="{349DD854-54D8-4600-B805-F80C0FF77BE1}" srcOrd="1" destOrd="0" presId="urn:microsoft.com/office/officeart/2005/8/layout/orgChart1"/>
    <dgm:cxn modelId="{98EA3535-0955-42EC-8A1B-823D57643692}" type="presOf" srcId="{A2465669-079D-4B2D-8FE7-01AD7FC7B253}" destId="{2ADA24BF-3DA0-4F1F-B8D5-2D15E0E72C85}" srcOrd="0" destOrd="0" presId="urn:microsoft.com/office/officeart/2005/8/layout/orgChart1"/>
    <dgm:cxn modelId="{8D3AF15B-E55D-4794-808B-B304B1F26CF7}" srcId="{4967DD84-85F9-44B0-98FA-F8EFE49ACF91}" destId="{AB4CA550-AD48-42D9-8A2D-F035DF4D69A7}" srcOrd="5" destOrd="0" parTransId="{251A3DCE-AFCC-4D48-A3D9-16E29970DF74}" sibTransId="{F399BFC3-A920-41B6-9B08-CFE965519F3D}"/>
    <dgm:cxn modelId="{62A91042-2915-473B-9E31-99D06B6784FC}" type="presOf" srcId="{0006C0C3-0C1C-46C5-8C4A-A4B6A6038045}" destId="{F895E28F-A89A-49E6-A4AF-916FEB0733E3}" srcOrd="0" destOrd="0" presId="urn:microsoft.com/office/officeart/2005/8/layout/orgChart1"/>
    <dgm:cxn modelId="{0CBC2643-073B-4EF0-91FC-734A79437BB6}" type="presOf" srcId="{08E2EB48-D018-4338-B4C3-6A4D2110BE98}" destId="{CDED3F17-3C45-4601-A587-DDB0DE0B5E3D}" srcOrd="0" destOrd="0" presId="urn:microsoft.com/office/officeart/2005/8/layout/orgChart1"/>
    <dgm:cxn modelId="{38EDD347-55D6-4A73-8FC1-F1AB71CD3678}" srcId="{8AD39308-CD7A-42FD-B83F-C28A317598AF}" destId="{58E8DA78-D458-4481-8ED5-7AA632D780E8}" srcOrd="0" destOrd="0" parTransId="{4B5D66C9-A547-4437-A6A4-F4FEA160614C}" sibTransId="{6936A9B8-BD44-4E14-9DEE-797CF8757C7B}"/>
    <dgm:cxn modelId="{47EB154C-5254-40B1-9FBA-D6695B8AA8AF}" type="presOf" srcId="{251A3DCE-AFCC-4D48-A3D9-16E29970DF74}" destId="{8ED6B7B1-4DB0-4F06-951C-00BF3C629812}" srcOrd="0" destOrd="0" presId="urn:microsoft.com/office/officeart/2005/8/layout/orgChart1"/>
    <dgm:cxn modelId="{2389426D-826C-446D-A841-5587AF1B1398}" type="presOf" srcId="{6989725E-41B6-49A0-8B12-47F1A71FDBD1}" destId="{5D4F2A5C-8E15-4C22-A16F-A06EF6B84CE9}" srcOrd="0" destOrd="0" presId="urn:microsoft.com/office/officeart/2005/8/layout/orgChart1"/>
    <dgm:cxn modelId="{67E7B96E-8CC9-49C0-A5D8-FD1B8805A9A7}" type="presOf" srcId="{F9F50266-81E6-45B9-9C3D-95F8E551F739}" destId="{B2273759-E5F4-4EED-BFA4-E507CE0126B0}" srcOrd="0" destOrd="0" presId="urn:microsoft.com/office/officeart/2005/8/layout/orgChart1"/>
    <dgm:cxn modelId="{41D7736F-2915-4BE6-9FF8-A1DDC04FF851}" type="presOf" srcId="{76672BDD-E4DE-42D2-B463-A58875168B47}" destId="{1CB9F49D-2DB0-4EC7-AA7D-6749FD5B2E12}" srcOrd="0" destOrd="0" presId="urn:microsoft.com/office/officeart/2005/8/layout/orgChart1"/>
    <dgm:cxn modelId="{6884844F-5585-475D-B8EA-F25CB8AE9296}" type="presOf" srcId="{814AF74A-0A6A-46EB-922A-8B18FC0AEBA6}" destId="{E6EB6C20-6ADA-42A8-A819-5D0291B2F81C}" srcOrd="0" destOrd="0" presId="urn:microsoft.com/office/officeart/2005/8/layout/orgChart1"/>
    <dgm:cxn modelId="{EE3C7C52-4E86-4D11-BDF0-E2C43C9D878B}" type="presOf" srcId="{12A704D9-8354-44AE-ADF9-26EEC812020C}" destId="{04CAE8A4-7545-4BF9-BEBA-9496F12D4B84}" srcOrd="0" destOrd="0" presId="urn:microsoft.com/office/officeart/2005/8/layout/orgChart1"/>
    <dgm:cxn modelId="{41939754-ED6F-418C-9C58-8F8DFAC0C530}" type="presOf" srcId="{E76D731D-FC52-4E00-8011-6DFCC1C05D28}" destId="{DD8D90CD-B471-4CE5-AA9E-9070AEF87C34}" srcOrd="0" destOrd="0" presId="urn:microsoft.com/office/officeart/2005/8/layout/orgChart1"/>
    <dgm:cxn modelId="{C8C31C76-E09F-4898-BEE5-47E27F83F569}" srcId="{1B2DAF79-0443-4BE8-9851-EDEDDD51CAFF}" destId="{4967DD84-85F9-44B0-98FA-F8EFE49ACF91}" srcOrd="0" destOrd="0" parTransId="{B0A7B18D-DD28-4D5F-8F24-FA4F4619ED4C}" sibTransId="{D43DBE76-7451-4DC0-B674-3CE48E7CE472}"/>
    <dgm:cxn modelId="{1664B658-078A-42BD-8133-D69A4E27EFD5}" type="presOf" srcId="{81F94E36-0DC6-476F-8F1C-F71E2CEB2EA8}" destId="{B3505D55-F7B4-47A5-B4F4-B4B8A1F6A2A3}" srcOrd="0" destOrd="0" presId="urn:microsoft.com/office/officeart/2005/8/layout/orgChart1"/>
    <dgm:cxn modelId="{80AC1379-3DF9-4123-BEF1-55837AF4A843}" type="presOf" srcId="{4B5D66C9-A547-4437-A6A4-F4FEA160614C}" destId="{E9A3EF2D-8AF8-465B-AE66-0D44BA843AB6}" srcOrd="0" destOrd="0" presId="urn:microsoft.com/office/officeart/2005/8/layout/orgChart1"/>
    <dgm:cxn modelId="{8FA7627B-D532-4B6E-BC8D-E0C566D99E89}" srcId="{4967DD84-85F9-44B0-98FA-F8EFE49ACF91}" destId="{5C423B84-E8CE-4A18-9F6F-EB2FB9BC9EAA}" srcOrd="1" destOrd="0" parTransId="{E76D731D-FC52-4E00-8011-6DFCC1C05D28}" sibTransId="{B62A4A28-2A8D-45B8-8BCA-61800EBDA70F}"/>
    <dgm:cxn modelId="{41841E7D-F4AC-4F85-8E85-487A7EC77F51}" type="presOf" srcId="{2D2AA9C3-D43F-4EB1-82A3-93AAFF6BD0A0}" destId="{2BA2027E-6294-4D8C-8793-528E4DE788B4}" srcOrd="0" destOrd="0" presId="urn:microsoft.com/office/officeart/2005/8/layout/orgChart1"/>
    <dgm:cxn modelId="{D28B4281-FE5F-43E9-AC93-09D9865A75E3}" srcId="{4967DD84-85F9-44B0-98FA-F8EFE49ACF91}" destId="{6989725E-41B6-49A0-8B12-47F1A71FDBD1}" srcOrd="3" destOrd="0" parTransId="{69DBCC03-5E0E-4562-8A6E-A6A5C051D6A1}" sibTransId="{E96764D0-CDE4-4C56-BC6E-088D4B51263F}"/>
    <dgm:cxn modelId="{F113F18A-CE53-4B2B-AF6F-D0FC5963CC0D}" type="presOf" srcId="{866A85BD-1708-4D3D-9E4A-0F7627BEE6B4}" destId="{52B0B49D-DBDC-42B5-BD57-1A81EC614CB4}" srcOrd="0" destOrd="0" presId="urn:microsoft.com/office/officeart/2005/8/layout/orgChart1"/>
    <dgm:cxn modelId="{CAEB408D-71E9-4866-BFF6-7740E405F6E8}" type="presOf" srcId="{D7B52DAA-72E2-4003-893B-A520C6AF5AA1}" destId="{CADB663F-FB17-44EE-9431-5D28BA70EE4F}" srcOrd="0" destOrd="0" presId="urn:microsoft.com/office/officeart/2005/8/layout/orgChart1"/>
    <dgm:cxn modelId="{981C9D90-EC5A-4AE9-9911-7C0C980991D1}" srcId="{6989725E-41B6-49A0-8B12-47F1A71FDBD1}" destId="{866A85BD-1708-4D3D-9E4A-0F7627BEE6B4}" srcOrd="0" destOrd="0" parTransId="{AEBB03F3-C70C-4E8F-8B9C-B895B0E30F68}" sibTransId="{4115E71D-E532-409D-8CBD-08B49AAD3C3A}"/>
    <dgm:cxn modelId="{C12E3891-D66A-4E7F-A1C4-CEBB4F6A7EDF}" type="presOf" srcId="{AB4CA550-AD48-42D9-8A2D-F035DF4D69A7}" destId="{6DFE9458-DACF-4073-BA0B-BB544E2FEA48}" srcOrd="0" destOrd="0" presId="urn:microsoft.com/office/officeart/2005/8/layout/orgChart1"/>
    <dgm:cxn modelId="{2614449A-25C0-4391-A580-8BEFDB5DE762}" type="presOf" srcId="{31DED4C8-45E4-4646-B1EA-9AB825F5BA9D}" destId="{032D2918-A65F-4891-B71F-778A696D91BC}" srcOrd="1" destOrd="0" presId="urn:microsoft.com/office/officeart/2005/8/layout/orgChart1"/>
    <dgm:cxn modelId="{A0E06D9A-BA7E-475E-B537-21CB5EAD6867}" type="presOf" srcId="{1B2DAF79-0443-4BE8-9851-EDEDDD51CAFF}" destId="{F9878C3B-B1FF-4E9C-8191-8CE5270B8C43}" srcOrd="0" destOrd="0" presId="urn:microsoft.com/office/officeart/2005/8/layout/orgChart1"/>
    <dgm:cxn modelId="{9BCF999E-96F5-428A-9EE7-6C611BC8CCF9}" type="presOf" srcId="{76672BDD-E4DE-42D2-B463-A58875168B47}" destId="{FDA8805E-232C-461A-AF65-647A10B96EF0}" srcOrd="1" destOrd="0" presId="urn:microsoft.com/office/officeart/2005/8/layout/orgChart1"/>
    <dgm:cxn modelId="{349E98A2-3646-44B1-9AA5-A30642AF9948}" type="presOf" srcId="{866A85BD-1708-4D3D-9E4A-0F7627BEE6B4}" destId="{B6CBBD63-17D7-4F4E-9F9C-30BFAF32228A}" srcOrd="1" destOrd="0" presId="urn:microsoft.com/office/officeart/2005/8/layout/orgChart1"/>
    <dgm:cxn modelId="{7EB89EA4-37F3-4350-97DF-E03626AA9133}" type="presOf" srcId="{0EBB6712-31D9-4B7C-A015-5E776CBF96E5}" destId="{ABE7496E-FDD4-4C1E-9129-92100A77376D}" srcOrd="0" destOrd="0" presId="urn:microsoft.com/office/officeart/2005/8/layout/orgChart1"/>
    <dgm:cxn modelId="{984850A8-2918-4178-BA69-C62E2BA9ADB8}" type="presOf" srcId="{58E8DA78-D458-4481-8ED5-7AA632D780E8}" destId="{79CE6256-2D97-49CE-B5A3-B1374121F633}" srcOrd="0" destOrd="0" presId="urn:microsoft.com/office/officeart/2005/8/layout/orgChart1"/>
    <dgm:cxn modelId="{FF1E9AAC-4361-48CD-BD15-12DA6B335CDB}" srcId="{77FE83CA-0C8C-468C-B99B-7DCECF1D8BBB}" destId="{E510ACF3-C82D-41C5-80FC-9A6DE3A3F8EA}" srcOrd="0" destOrd="0" parTransId="{0EBB6712-31D9-4B7C-A015-5E776CBF96E5}" sibTransId="{6A5D20FE-B0D5-4D71-BC6A-22B48291C2F7}"/>
    <dgm:cxn modelId="{011EA9B2-F822-41EF-A282-7D10D1F0802E}" type="presOf" srcId="{81F94E36-0DC6-476F-8F1C-F71E2CEB2EA8}" destId="{5195E386-85A6-4C6A-B853-BB80F15EE9C9}" srcOrd="1" destOrd="0" presId="urn:microsoft.com/office/officeart/2005/8/layout/orgChart1"/>
    <dgm:cxn modelId="{765175B4-8082-4E70-A50C-A751A9C155AD}" type="presOf" srcId="{5C423B84-E8CE-4A18-9F6F-EB2FB9BC9EAA}" destId="{261801D6-FFE1-45CE-AE87-BA1F7F42953B}" srcOrd="0" destOrd="0" presId="urn:microsoft.com/office/officeart/2005/8/layout/orgChart1"/>
    <dgm:cxn modelId="{619058BA-703E-4E1F-9207-59731983BA0B}" srcId="{6989725E-41B6-49A0-8B12-47F1A71FDBD1}" destId="{D7B52DAA-72E2-4003-893B-A520C6AF5AA1}" srcOrd="2" destOrd="0" parTransId="{08E2EB48-D018-4338-B4C3-6A4D2110BE98}" sibTransId="{806FA4FF-B468-462E-B6B9-91ABC57D21DD}"/>
    <dgm:cxn modelId="{0AC7DDBA-F5DB-4C7D-960F-21A67F561AF0}" type="presOf" srcId="{77FE83CA-0C8C-468C-B99B-7DCECF1D8BBB}" destId="{A8639174-5348-45A8-B946-EED2922607AD}" srcOrd="0" destOrd="0" presId="urn:microsoft.com/office/officeart/2005/8/layout/orgChart1"/>
    <dgm:cxn modelId="{F1114DBD-EA01-4A97-87B7-9EC316A21A50}" srcId="{866A85BD-1708-4D3D-9E4A-0F7627BEE6B4}" destId="{814AF74A-0A6A-46EB-922A-8B18FC0AEBA6}" srcOrd="1" destOrd="0" parTransId="{0006C0C3-0C1C-46C5-8C4A-A4B6A6038045}" sibTransId="{6A4B4DC3-06B0-4C50-832B-39B4C1F135F3}"/>
    <dgm:cxn modelId="{ECEE76BE-42C0-4719-87B8-5CAA18C2B331}" type="presOf" srcId="{12A704D9-8354-44AE-ADF9-26EEC812020C}" destId="{EFF41F72-565D-48AF-98B9-33B22239C9F9}" srcOrd="1" destOrd="0" presId="urn:microsoft.com/office/officeart/2005/8/layout/orgChart1"/>
    <dgm:cxn modelId="{A852BAC3-CCD7-44EF-9546-EB3D63577F86}" srcId="{6989725E-41B6-49A0-8B12-47F1A71FDBD1}" destId="{77FE83CA-0C8C-468C-B99B-7DCECF1D8BBB}" srcOrd="3" destOrd="0" parTransId="{A2465669-079D-4B2D-8FE7-01AD7FC7B253}" sibTransId="{59039D03-3018-4A0D-B54C-DF7AF9288309}"/>
    <dgm:cxn modelId="{6263ECC8-00B2-4D56-9754-1FB25542BD75}" type="presOf" srcId="{69DBCC03-5E0E-4562-8A6E-A6A5C051D6A1}" destId="{CB5F523B-6DA7-41DA-9153-BE4614FD5544}" srcOrd="0" destOrd="0" presId="urn:microsoft.com/office/officeart/2005/8/layout/orgChart1"/>
    <dgm:cxn modelId="{7AD502C9-BBA6-433D-A5F3-8DCBF207D01B}" type="presOf" srcId="{E510ACF3-C82D-41C5-80FC-9A6DE3A3F8EA}" destId="{B035FE31-E7C9-497F-A6C2-F53127750989}" srcOrd="0" destOrd="0" presId="urn:microsoft.com/office/officeart/2005/8/layout/orgChart1"/>
    <dgm:cxn modelId="{E100DAC9-9E51-4146-AD6C-54B23BE1D42B}" type="presOf" srcId="{D3449D91-7E3F-4043-9AFE-E95C7C3C0FCF}" destId="{5BFAB415-1396-4B5E-BDC0-06F7B462B0C6}" srcOrd="0" destOrd="0" presId="urn:microsoft.com/office/officeart/2005/8/layout/orgChart1"/>
    <dgm:cxn modelId="{55B0F0CB-D68D-4661-B9B1-25D7F85540A9}" type="presOf" srcId="{4967DD84-85F9-44B0-98FA-F8EFE49ACF91}" destId="{FB6E0BAA-392D-427D-9030-D9D58152AB7B}" srcOrd="1" destOrd="0" presId="urn:microsoft.com/office/officeart/2005/8/layout/orgChart1"/>
    <dgm:cxn modelId="{12192BD2-8300-4D22-AFAB-60A6A5D33A8E}" srcId="{4967DD84-85F9-44B0-98FA-F8EFE49ACF91}" destId="{76672BDD-E4DE-42D2-B463-A58875168B47}" srcOrd="4" destOrd="0" parTransId="{2D2AA9C3-D43F-4EB1-82A3-93AAFF6BD0A0}" sibTransId="{054C7109-E888-44E7-A033-D509EC077EE7}"/>
    <dgm:cxn modelId="{D11157D4-0524-431B-8A83-AF3C39B6F1F9}" type="presOf" srcId="{D7B52DAA-72E2-4003-893B-A520C6AF5AA1}" destId="{065B4273-7107-42C3-86C4-6DEB19501522}" srcOrd="1" destOrd="0" presId="urn:microsoft.com/office/officeart/2005/8/layout/orgChart1"/>
    <dgm:cxn modelId="{216AF3DB-74F9-45EA-8281-9BD0C620F649}" type="presOf" srcId="{E14B39DE-82CB-4A9F-80D9-A61DF7A782FA}" destId="{9AA09DA8-2381-4C5E-AB34-E4EEAB5B9AE1}" srcOrd="1" destOrd="0" presId="urn:microsoft.com/office/officeart/2005/8/layout/orgChart1"/>
    <dgm:cxn modelId="{F74289E0-BC7C-421D-8FD1-2711C646F2EA}" type="presOf" srcId="{AEBB03F3-C70C-4E8F-8B9C-B895B0E30F68}" destId="{9585FB90-AE0E-4B98-8D1E-E7F5D7421007}" srcOrd="0" destOrd="0" presId="urn:microsoft.com/office/officeart/2005/8/layout/orgChart1"/>
    <dgm:cxn modelId="{5D0E75E2-317F-4880-AA75-FA5E2378B8DB}" type="presOf" srcId="{E14B39DE-82CB-4A9F-80D9-A61DF7A782FA}" destId="{F81C4D1B-F1E1-424D-AA95-17D415E0071C}" srcOrd="0" destOrd="0" presId="urn:microsoft.com/office/officeart/2005/8/layout/orgChart1"/>
    <dgm:cxn modelId="{CC5DC3E5-50F4-4D9B-B9F9-D16CE288B543}" type="presOf" srcId="{E510ACF3-C82D-41C5-80FC-9A6DE3A3F8EA}" destId="{CBCBBE29-0B17-4119-A26E-D81ED18A9E62}" srcOrd="1" destOrd="0" presId="urn:microsoft.com/office/officeart/2005/8/layout/orgChart1"/>
    <dgm:cxn modelId="{C7C2F1E9-5C65-4083-A7BD-73CD3F49496B}" type="presOf" srcId="{438E6652-92EA-46F4-AE78-CC666D4E97F8}" destId="{8A232D68-EBB1-4AB9-92D9-AFE93297D23B}" srcOrd="0" destOrd="0" presId="urn:microsoft.com/office/officeart/2005/8/layout/orgChart1"/>
    <dgm:cxn modelId="{F2CDC2ED-EE0D-4B76-93D4-614000041936}" type="presOf" srcId="{58E8DA78-D458-4481-8ED5-7AA632D780E8}" destId="{B2020478-368E-4520-B7C4-07C878A34EF6}" srcOrd="1" destOrd="0" presId="urn:microsoft.com/office/officeart/2005/8/layout/orgChart1"/>
    <dgm:cxn modelId="{825848F0-D158-4495-8DF8-CC4B88C43C35}" srcId="{866A85BD-1708-4D3D-9E4A-0F7627BEE6B4}" destId="{E14B39DE-82CB-4A9F-80D9-A61DF7A782FA}" srcOrd="0" destOrd="0" parTransId="{438E6652-92EA-46F4-AE78-CC666D4E97F8}" sibTransId="{D4A19183-1684-4CF0-9A58-82AA8CF3F764}"/>
    <dgm:cxn modelId="{21FFB7F4-EA3F-459D-984F-63833EC0A68C}" srcId="{4967DD84-85F9-44B0-98FA-F8EFE49ACF91}" destId="{12A704D9-8354-44AE-ADF9-26EEC812020C}" srcOrd="2" destOrd="0" parTransId="{93679AC3-0A0F-4144-9E34-8CB77A5454F9}" sibTransId="{DA09DEF0-6723-49E7-988E-93E56BD12E74}"/>
    <dgm:cxn modelId="{2646B3F8-9C40-46E9-9983-CF34B01CE1BC}" srcId="{81F94E36-0DC6-476F-8F1C-F71E2CEB2EA8}" destId="{31DED4C8-45E4-4646-B1EA-9AB825F5BA9D}" srcOrd="0" destOrd="0" parTransId="{E4504EA9-5862-400C-A4AA-4FAFF18969CE}" sibTransId="{20DE587F-1269-42B7-AC47-02F6D2C4AA33}"/>
    <dgm:cxn modelId="{FC5B66FA-1806-4B07-A01D-786F01032EDE}" type="presOf" srcId="{6989725E-41B6-49A0-8B12-47F1A71FDBD1}" destId="{DB8A547F-D014-48E3-8A58-131C0FF62C08}" srcOrd="1" destOrd="0" presId="urn:microsoft.com/office/officeart/2005/8/layout/orgChart1"/>
    <dgm:cxn modelId="{85DAC1FD-1914-4C34-98DC-5D6E2D46E7D0}" type="presOf" srcId="{AB4CA550-AD48-42D9-8A2D-F035DF4D69A7}" destId="{24B76BC8-E0C6-4F05-86EE-67B559AB8E28}" srcOrd="1" destOrd="0" presId="urn:microsoft.com/office/officeart/2005/8/layout/orgChart1"/>
    <dgm:cxn modelId="{A888EDB1-4648-4848-ADA7-9D5AA33786D1}" type="presParOf" srcId="{F9878C3B-B1FF-4E9C-8191-8CE5270B8C43}" destId="{4E63B2E1-2259-4A9A-AE59-A9F72E2B4E6A}" srcOrd="0" destOrd="0" presId="urn:microsoft.com/office/officeart/2005/8/layout/orgChart1"/>
    <dgm:cxn modelId="{B4B9691F-9C4C-4ABB-941C-FC85646BE562}" type="presParOf" srcId="{4E63B2E1-2259-4A9A-AE59-A9F72E2B4E6A}" destId="{2D0B3E98-5ABB-40A6-BB90-478E812E66F7}" srcOrd="0" destOrd="0" presId="urn:microsoft.com/office/officeart/2005/8/layout/orgChart1"/>
    <dgm:cxn modelId="{8538DA05-3F01-42BE-818F-D656634B2E5A}" type="presParOf" srcId="{2D0B3E98-5ABB-40A6-BB90-478E812E66F7}" destId="{36B245E9-05DD-402F-A71F-C36DF91D936B}" srcOrd="0" destOrd="0" presId="urn:microsoft.com/office/officeart/2005/8/layout/orgChart1"/>
    <dgm:cxn modelId="{D68F5DE6-4019-4D59-AFAE-95FDD0BCF81D}" type="presParOf" srcId="{2D0B3E98-5ABB-40A6-BB90-478E812E66F7}" destId="{FB6E0BAA-392D-427D-9030-D9D58152AB7B}" srcOrd="1" destOrd="0" presId="urn:microsoft.com/office/officeart/2005/8/layout/orgChart1"/>
    <dgm:cxn modelId="{DCEB38FF-22B9-49BE-B44A-9266ECB85118}" type="presParOf" srcId="{4E63B2E1-2259-4A9A-AE59-A9F72E2B4E6A}" destId="{6622BFB1-1709-4E05-9831-5DE90B7D8646}" srcOrd="1" destOrd="0" presId="urn:microsoft.com/office/officeart/2005/8/layout/orgChart1"/>
    <dgm:cxn modelId="{3FECF16C-82B0-43A9-9EC7-AA94A75EAAC5}" type="presParOf" srcId="{6622BFB1-1709-4E05-9831-5DE90B7D8646}" destId="{5BFAB415-1396-4B5E-BDC0-06F7B462B0C6}" srcOrd="0" destOrd="0" presId="urn:microsoft.com/office/officeart/2005/8/layout/orgChart1"/>
    <dgm:cxn modelId="{FC69782B-294C-439A-BB0E-B214A42263BD}" type="presParOf" srcId="{6622BFB1-1709-4E05-9831-5DE90B7D8646}" destId="{E56915B7-A589-47EC-8EAC-A2F7B2B37C2C}" srcOrd="1" destOrd="0" presId="urn:microsoft.com/office/officeart/2005/8/layout/orgChart1"/>
    <dgm:cxn modelId="{4911D386-43B6-4A95-9541-2489A9DD31E8}" type="presParOf" srcId="{E56915B7-A589-47EC-8EAC-A2F7B2B37C2C}" destId="{7861356F-A81B-4745-A0A8-981BCF4812EB}" srcOrd="0" destOrd="0" presId="urn:microsoft.com/office/officeart/2005/8/layout/orgChart1"/>
    <dgm:cxn modelId="{599238E6-2474-4EDD-B5CA-DDF462CF419D}" type="presParOf" srcId="{7861356F-A81B-4745-A0A8-981BCF4812EB}" destId="{B3505D55-F7B4-47A5-B4F4-B4B8A1F6A2A3}" srcOrd="0" destOrd="0" presId="urn:microsoft.com/office/officeart/2005/8/layout/orgChart1"/>
    <dgm:cxn modelId="{2A391004-25D8-49F4-B0E5-EE3155B06CDC}" type="presParOf" srcId="{7861356F-A81B-4745-A0A8-981BCF4812EB}" destId="{5195E386-85A6-4C6A-B853-BB80F15EE9C9}" srcOrd="1" destOrd="0" presId="urn:microsoft.com/office/officeart/2005/8/layout/orgChart1"/>
    <dgm:cxn modelId="{196853C0-076E-4608-93EA-9C4A46766648}" type="presParOf" srcId="{E56915B7-A589-47EC-8EAC-A2F7B2B37C2C}" destId="{FB917798-9E54-4FB3-B5B1-C834C16B412B}" srcOrd="1" destOrd="0" presId="urn:microsoft.com/office/officeart/2005/8/layout/orgChart1"/>
    <dgm:cxn modelId="{5067EE26-9665-42CF-85DF-0883D86BADA6}" type="presParOf" srcId="{FB917798-9E54-4FB3-B5B1-C834C16B412B}" destId="{E2964F05-B15F-4974-8EC0-A788CE8C1ABE}" srcOrd="0" destOrd="0" presId="urn:microsoft.com/office/officeart/2005/8/layout/orgChart1"/>
    <dgm:cxn modelId="{A81F70A7-ACBE-4DC5-B1A9-C8DC858D4E7D}" type="presParOf" srcId="{FB917798-9E54-4FB3-B5B1-C834C16B412B}" destId="{8CE5C7B8-7AB1-4FAE-AD3F-CCA48E352F04}" srcOrd="1" destOrd="0" presId="urn:microsoft.com/office/officeart/2005/8/layout/orgChart1"/>
    <dgm:cxn modelId="{0BD550C8-60CA-4DE2-877A-ABB0A626C7F8}" type="presParOf" srcId="{8CE5C7B8-7AB1-4FAE-AD3F-CCA48E352F04}" destId="{2E77A3D8-434A-4F56-A9A0-26A79B38A13A}" srcOrd="0" destOrd="0" presId="urn:microsoft.com/office/officeart/2005/8/layout/orgChart1"/>
    <dgm:cxn modelId="{F9FA8902-425B-4CD3-9EEE-3FA82DD591B0}" type="presParOf" srcId="{2E77A3D8-434A-4F56-A9A0-26A79B38A13A}" destId="{E53FC2AE-3AAF-4DD8-A367-126D86CAACD0}" srcOrd="0" destOrd="0" presId="urn:microsoft.com/office/officeart/2005/8/layout/orgChart1"/>
    <dgm:cxn modelId="{D667E9FF-64D3-4A81-81A6-D39EC9BE3C46}" type="presParOf" srcId="{2E77A3D8-434A-4F56-A9A0-26A79B38A13A}" destId="{032D2918-A65F-4891-B71F-778A696D91BC}" srcOrd="1" destOrd="0" presId="urn:microsoft.com/office/officeart/2005/8/layout/orgChart1"/>
    <dgm:cxn modelId="{05831C34-865D-4419-92B8-3B2F1D121284}" type="presParOf" srcId="{8CE5C7B8-7AB1-4FAE-AD3F-CCA48E352F04}" destId="{28B9A682-0A41-4303-BA4A-FDAFDC0F27F7}" srcOrd="1" destOrd="0" presId="urn:microsoft.com/office/officeart/2005/8/layout/orgChart1"/>
    <dgm:cxn modelId="{C2968F33-3F66-48FD-BD97-DF52B7514404}" type="presParOf" srcId="{8CE5C7B8-7AB1-4FAE-AD3F-CCA48E352F04}" destId="{5C50F9D6-C06B-4B16-8B03-2507D88173C9}" srcOrd="2" destOrd="0" presId="urn:microsoft.com/office/officeart/2005/8/layout/orgChart1"/>
    <dgm:cxn modelId="{29A1C86E-6F3A-4FB6-B6E1-2F85874B77AE}" type="presParOf" srcId="{E56915B7-A589-47EC-8EAC-A2F7B2B37C2C}" destId="{D75315F1-564E-4C10-BDC8-B4BD356F645B}" srcOrd="2" destOrd="0" presId="urn:microsoft.com/office/officeart/2005/8/layout/orgChart1"/>
    <dgm:cxn modelId="{4B897807-ABDC-433E-AD90-832187F2C599}" type="presParOf" srcId="{6622BFB1-1709-4E05-9831-5DE90B7D8646}" destId="{DD8D90CD-B471-4CE5-AA9E-9070AEF87C34}" srcOrd="2" destOrd="0" presId="urn:microsoft.com/office/officeart/2005/8/layout/orgChart1"/>
    <dgm:cxn modelId="{477BAD8C-8F8A-4372-8777-5C86E0C7E1D9}" type="presParOf" srcId="{6622BFB1-1709-4E05-9831-5DE90B7D8646}" destId="{E247AB54-A9DE-4ECC-AE5F-F59C7F740456}" srcOrd="3" destOrd="0" presId="urn:microsoft.com/office/officeart/2005/8/layout/orgChart1"/>
    <dgm:cxn modelId="{8CA51B3B-2EDA-4B7A-AABE-CBF7D9F456CA}" type="presParOf" srcId="{E247AB54-A9DE-4ECC-AE5F-F59C7F740456}" destId="{13520304-58A9-4927-A622-732C976DEFE6}" srcOrd="0" destOrd="0" presId="urn:microsoft.com/office/officeart/2005/8/layout/orgChart1"/>
    <dgm:cxn modelId="{A1F20300-9902-4027-8428-1593D0BAD9E5}" type="presParOf" srcId="{13520304-58A9-4927-A622-732C976DEFE6}" destId="{261801D6-FFE1-45CE-AE87-BA1F7F42953B}" srcOrd="0" destOrd="0" presId="urn:microsoft.com/office/officeart/2005/8/layout/orgChart1"/>
    <dgm:cxn modelId="{0B3C5E33-B6A2-49E4-A69B-7138226ECD6D}" type="presParOf" srcId="{13520304-58A9-4927-A622-732C976DEFE6}" destId="{0C92FD06-B021-4B46-B84F-C9DE2925B248}" srcOrd="1" destOrd="0" presId="urn:microsoft.com/office/officeart/2005/8/layout/orgChart1"/>
    <dgm:cxn modelId="{95BC9561-55CC-47F3-9380-FDAC72468A5F}" type="presParOf" srcId="{E247AB54-A9DE-4ECC-AE5F-F59C7F740456}" destId="{72F4FA1D-E873-47B0-BB55-149F105125D4}" srcOrd="1" destOrd="0" presId="urn:microsoft.com/office/officeart/2005/8/layout/orgChart1"/>
    <dgm:cxn modelId="{35FC5479-0AB4-4C65-8217-FE2DB5872C43}" type="presParOf" srcId="{E247AB54-A9DE-4ECC-AE5F-F59C7F740456}" destId="{D3059729-4F4D-4335-955E-76C4B25AD976}" srcOrd="2" destOrd="0" presId="urn:microsoft.com/office/officeart/2005/8/layout/orgChart1"/>
    <dgm:cxn modelId="{BCFE3E76-A4F5-42C3-81E3-7D08B2537936}" type="presParOf" srcId="{6622BFB1-1709-4E05-9831-5DE90B7D8646}" destId="{CD46D60E-FB21-4729-85C1-729FC7D94837}" srcOrd="4" destOrd="0" presId="urn:microsoft.com/office/officeart/2005/8/layout/orgChart1"/>
    <dgm:cxn modelId="{129AC3F1-A3A4-42F2-8ABA-AA9966316EB5}" type="presParOf" srcId="{6622BFB1-1709-4E05-9831-5DE90B7D8646}" destId="{A6CDF769-8A4E-42D5-8304-FA18E7FC2AD3}" srcOrd="5" destOrd="0" presId="urn:microsoft.com/office/officeart/2005/8/layout/orgChart1"/>
    <dgm:cxn modelId="{09178C80-8980-47E5-A465-50594F734E9D}" type="presParOf" srcId="{A6CDF769-8A4E-42D5-8304-FA18E7FC2AD3}" destId="{AA17E0DA-2FE1-468F-BA30-47C70C075C07}" srcOrd="0" destOrd="0" presId="urn:microsoft.com/office/officeart/2005/8/layout/orgChart1"/>
    <dgm:cxn modelId="{1DE3509F-A53D-4FE8-A15D-11A40CDE0328}" type="presParOf" srcId="{AA17E0DA-2FE1-468F-BA30-47C70C075C07}" destId="{04CAE8A4-7545-4BF9-BEBA-9496F12D4B84}" srcOrd="0" destOrd="0" presId="urn:microsoft.com/office/officeart/2005/8/layout/orgChart1"/>
    <dgm:cxn modelId="{3FF1B0EC-7308-4461-99C7-B014357EAC00}" type="presParOf" srcId="{AA17E0DA-2FE1-468F-BA30-47C70C075C07}" destId="{EFF41F72-565D-48AF-98B9-33B22239C9F9}" srcOrd="1" destOrd="0" presId="urn:microsoft.com/office/officeart/2005/8/layout/orgChart1"/>
    <dgm:cxn modelId="{9E5FB07A-D219-4D08-8993-1F00B82D15C7}" type="presParOf" srcId="{A6CDF769-8A4E-42D5-8304-FA18E7FC2AD3}" destId="{BA878AB2-4568-4044-ACC4-3C4299280104}" srcOrd="1" destOrd="0" presId="urn:microsoft.com/office/officeart/2005/8/layout/orgChart1"/>
    <dgm:cxn modelId="{15075127-AF7F-4BC7-AEF7-B68EE3475376}" type="presParOf" srcId="{A6CDF769-8A4E-42D5-8304-FA18E7FC2AD3}" destId="{8F003A2A-E66C-4E3A-A375-14D320BE545F}" srcOrd="2" destOrd="0" presId="urn:microsoft.com/office/officeart/2005/8/layout/orgChart1"/>
    <dgm:cxn modelId="{1B497A77-F806-432A-8BAE-4F8CB81A531A}" type="presParOf" srcId="{6622BFB1-1709-4E05-9831-5DE90B7D8646}" destId="{CB5F523B-6DA7-41DA-9153-BE4614FD5544}" srcOrd="6" destOrd="0" presId="urn:microsoft.com/office/officeart/2005/8/layout/orgChart1"/>
    <dgm:cxn modelId="{D00F2D7A-E612-4BC8-B08D-4110906281EB}" type="presParOf" srcId="{6622BFB1-1709-4E05-9831-5DE90B7D8646}" destId="{68C52314-412E-4FB9-AC89-96492AE144C0}" srcOrd="7" destOrd="0" presId="urn:microsoft.com/office/officeart/2005/8/layout/orgChart1"/>
    <dgm:cxn modelId="{05ECF702-BF98-4C5E-B30A-5D16B1011511}" type="presParOf" srcId="{68C52314-412E-4FB9-AC89-96492AE144C0}" destId="{2E561909-EB55-427E-9BEB-DAFE05FA6DE8}" srcOrd="0" destOrd="0" presId="urn:microsoft.com/office/officeart/2005/8/layout/orgChart1"/>
    <dgm:cxn modelId="{47E627F8-85A6-478A-8099-B7B3ADCA5BA8}" type="presParOf" srcId="{2E561909-EB55-427E-9BEB-DAFE05FA6DE8}" destId="{5D4F2A5C-8E15-4C22-A16F-A06EF6B84CE9}" srcOrd="0" destOrd="0" presId="urn:microsoft.com/office/officeart/2005/8/layout/orgChart1"/>
    <dgm:cxn modelId="{7540976D-7CE7-4324-A9C5-FE4F814CBBDF}" type="presParOf" srcId="{2E561909-EB55-427E-9BEB-DAFE05FA6DE8}" destId="{DB8A547F-D014-48E3-8A58-131C0FF62C08}" srcOrd="1" destOrd="0" presId="urn:microsoft.com/office/officeart/2005/8/layout/orgChart1"/>
    <dgm:cxn modelId="{0194204A-0A9C-49E1-B634-84095B5862E7}" type="presParOf" srcId="{68C52314-412E-4FB9-AC89-96492AE144C0}" destId="{7B8A4E33-5908-4A81-A968-03CF26A1C118}" srcOrd="1" destOrd="0" presId="urn:microsoft.com/office/officeart/2005/8/layout/orgChart1"/>
    <dgm:cxn modelId="{E304E071-0828-4831-8BE5-BACBA5E6F415}" type="presParOf" srcId="{7B8A4E33-5908-4A81-A968-03CF26A1C118}" destId="{9585FB90-AE0E-4B98-8D1E-E7F5D7421007}" srcOrd="0" destOrd="0" presId="urn:microsoft.com/office/officeart/2005/8/layout/orgChart1"/>
    <dgm:cxn modelId="{18BF158A-493A-4E11-A30F-C66F3D3CAE14}" type="presParOf" srcId="{7B8A4E33-5908-4A81-A968-03CF26A1C118}" destId="{3244A872-6AD3-4D6F-9F3C-86361B4887F1}" srcOrd="1" destOrd="0" presId="urn:microsoft.com/office/officeart/2005/8/layout/orgChart1"/>
    <dgm:cxn modelId="{35934C60-8A06-498E-ADA2-DAADA6D6C006}" type="presParOf" srcId="{3244A872-6AD3-4D6F-9F3C-86361B4887F1}" destId="{F7E8519A-EE90-4035-9B3D-7E472D9B5CC4}" srcOrd="0" destOrd="0" presId="urn:microsoft.com/office/officeart/2005/8/layout/orgChart1"/>
    <dgm:cxn modelId="{AF8D1D6F-4FBE-4A57-A084-6BD42F7B1C7C}" type="presParOf" srcId="{F7E8519A-EE90-4035-9B3D-7E472D9B5CC4}" destId="{52B0B49D-DBDC-42B5-BD57-1A81EC614CB4}" srcOrd="0" destOrd="0" presId="urn:microsoft.com/office/officeart/2005/8/layout/orgChart1"/>
    <dgm:cxn modelId="{134AD512-654A-494F-8846-180EE56226E9}" type="presParOf" srcId="{F7E8519A-EE90-4035-9B3D-7E472D9B5CC4}" destId="{B6CBBD63-17D7-4F4E-9F9C-30BFAF32228A}" srcOrd="1" destOrd="0" presId="urn:microsoft.com/office/officeart/2005/8/layout/orgChart1"/>
    <dgm:cxn modelId="{9EE2DCA8-73F4-45FA-8378-363652852B61}" type="presParOf" srcId="{3244A872-6AD3-4D6F-9F3C-86361B4887F1}" destId="{A10AA853-C4D9-4D4F-87A2-BFE36E44A5BB}" srcOrd="1" destOrd="0" presId="urn:microsoft.com/office/officeart/2005/8/layout/orgChart1"/>
    <dgm:cxn modelId="{57CFEFA1-896B-41C3-913F-2DDC681A1E88}" type="presParOf" srcId="{3244A872-6AD3-4D6F-9F3C-86361B4887F1}" destId="{14BC859C-A59A-4693-AC7C-5BAFA15803F7}" srcOrd="2" destOrd="0" presId="urn:microsoft.com/office/officeart/2005/8/layout/orgChart1"/>
    <dgm:cxn modelId="{FF92894F-F58D-4F40-A297-F1000D9E4C88}" type="presParOf" srcId="{14BC859C-A59A-4693-AC7C-5BAFA15803F7}" destId="{8A232D68-EBB1-4AB9-92D9-AFE93297D23B}" srcOrd="0" destOrd="0" presId="urn:microsoft.com/office/officeart/2005/8/layout/orgChart1"/>
    <dgm:cxn modelId="{E20A14B8-618C-4D18-A253-F3544CEDEA87}" type="presParOf" srcId="{14BC859C-A59A-4693-AC7C-5BAFA15803F7}" destId="{561AB1F0-4E70-44EF-9432-292C2ADA1D1E}" srcOrd="1" destOrd="0" presId="urn:microsoft.com/office/officeart/2005/8/layout/orgChart1"/>
    <dgm:cxn modelId="{CE5AFA66-DB41-4836-969F-EDB1A155D470}" type="presParOf" srcId="{561AB1F0-4E70-44EF-9432-292C2ADA1D1E}" destId="{425B481F-A116-4C17-9185-A2B20C0CDC7B}" srcOrd="0" destOrd="0" presId="urn:microsoft.com/office/officeart/2005/8/layout/orgChart1"/>
    <dgm:cxn modelId="{3E481261-EF8D-4D72-A158-CAB5A4AA8984}" type="presParOf" srcId="{425B481F-A116-4C17-9185-A2B20C0CDC7B}" destId="{F81C4D1B-F1E1-424D-AA95-17D415E0071C}" srcOrd="0" destOrd="0" presId="urn:microsoft.com/office/officeart/2005/8/layout/orgChart1"/>
    <dgm:cxn modelId="{29331877-B5AA-4085-B45B-9D6A50B976B3}" type="presParOf" srcId="{425B481F-A116-4C17-9185-A2B20C0CDC7B}" destId="{9AA09DA8-2381-4C5E-AB34-E4EEAB5B9AE1}" srcOrd="1" destOrd="0" presId="urn:microsoft.com/office/officeart/2005/8/layout/orgChart1"/>
    <dgm:cxn modelId="{BAE5EE89-7E95-4FA2-B295-FFFA00104E05}" type="presParOf" srcId="{561AB1F0-4E70-44EF-9432-292C2ADA1D1E}" destId="{19232912-5916-4813-AB43-51ABDD43820C}" srcOrd="1" destOrd="0" presId="urn:microsoft.com/office/officeart/2005/8/layout/orgChart1"/>
    <dgm:cxn modelId="{4A342B54-C422-4CE5-8504-BE5A6D8674A9}" type="presParOf" srcId="{561AB1F0-4E70-44EF-9432-292C2ADA1D1E}" destId="{8721DF05-A28B-4FEA-B20A-EB73750B35E7}" srcOrd="2" destOrd="0" presId="urn:microsoft.com/office/officeart/2005/8/layout/orgChart1"/>
    <dgm:cxn modelId="{5DF3FD4E-EDA7-4C3C-AC81-6D28CF0A3FDA}" type="presParOf" srcId="{14BC859C-A59A-4693-AC7C-5BAFA15803F7}" destId="{F895E28F-A89A-49E6-A4AF-916FEB0733E3}" srcOrd="2" destOrd="0" presId="urn:microsoft.com/office/officeart/2005/8/layout/orgChart1"/>
    <dgm:cxn modelId="{B2FC2B63-FB0F-47A5-9858-0070E196DCDF}" type="presParOf" srcId="{14BC859C-A59A-4693-AC7C-5BAFA15803F7}" destId="{55A583B6-6D52-4556-9EE0-59DE5C34EB9F}" srcOrd="3" destOrd="0" presId="urn:microsoft.com/office/officeart/2005/8/layout/orgChart1"/>
    <dgm:cxn modelId="{AC049071-CB5B-436A-95B0-FC54B83A64C9}" type="presParOf" srcId="{55A583B6-6D52-4556-9EE0-59DE5C34EB9F}" destId="{52EDDBBF-BF29-43EB-A699-7EC9F2DF8F0C}" srcOrd="0" destOrd="0" presId="urn:microsoft.com/office/officeart/2005/8/layout/orgChart1"/>
    <dgm:cxn modelId="{75058A37-9E69-4E71-AD23-EDFF848A9932}" type="presParOf" srcId="{52EDDBBF-BF29-43EB-A699-7EC9F2DF8F0C}" destId="{E6EB6C20-6ADA-42A8-A819-5D0291B2F81C}" srcOrd="0" destOrd="0" presId="urn:microsoft.com/office/officeart/2005/8/layout/orgChart1"/>
    <dgm:cxn modelId="{FD2F86A5-ED78-4622-B6D5-DB7CB1AD44BB}" type="presParOf" srcId="{52EDDBBF-BF29-43EB-A699-7EC9F2DF8F0C}" destId="{349DD854-54D8-4600-B805-F80C0FF77BE1}" srcOrd="1" destOrd="0" presId="urn:microsoft.com/office/officeart/2005/8/layout/orgChart1"/>
    <dgm:cxn modelId="{20D43223-89E5-4C39-AE4D-EA6DB875B589}" type="presParOf" srcId="{55A583B6-6D52-4556-9EE0-59DE5C34EB9F}" destId="{813453AD-8E3A-4FB8-BDB3-69CCDE5234AB}" srcOrd="1" destOrd="0" presId="urn:microsoft.com/office/officeart/2005/8/layout/orgChart1"/>
    <dgm:cxn modelId="{3104EEAB-75A0-4A50-8265-4CA036CEA560}" type="presParOf" srcId="{55A583B6-6D52-4556-9EE0-59DE5C34EB9F}" destId="{44BAAC6B-F09B-487E-9EE5-26554D1EDE47}" srcOrd="2" destOrd="0" presId="urn:microsoft.com/office/officeart/2005/8/layout/orgChart1"/>
    <dgm:cxn modelId="{EC21AC22-E509-424A-ACE9-BE3658A750F6}" type="presParOf" srcId="{7B8A4E33-5908-4A81-A968-03CF26A1C118}" destId="{B2273759-E5F4-4EED-BFA4-E507CE0126B0}" srcOrd="2" destOrd="0" presId="urn:microsoft.com/office/officeart/2005/8/layout/orgChart1"/>
    <dgm:cxn modelId="{395CEB1D-3BFF-440B-BC59-F298AAB648D3}" type="presParOf" srcId="{7B8A4E33-5908-4A81-A968-03CF26A1C118}" destId="{B97A8371-1169-4C99-9D92-982300A6A0CB}" srcOrd="3" destOrd="0" presId="urn:microsoft.com/office/officeart/2005/8/layout/orgChart1"/>
    <dgm:cxn modelId="{9EF6AE35-4493-4CE0-B3AC-6EFF63557C99}" type="presParOf" srcId="{B97A8371-1169-4C99-9D92-982300A6A0CB}" destId="{BB6E4469-EEF4-4596-82CD-25B925DEC1BE}" srcOrd="0" destOrd="0" presId="urn:microsoft.com/office/officeart/2005/8/layout/orgChart1"/>
    <dgm:cxn modelId="{74F6B962-D818-4343-97AC-1AFB40AC8AF9}" type="presParOf" srcId="{BB6E4469-EEF4-4596-82CD-25B925DEC1BE}" destId="{85367C65-B344-4E02-A1B7-25352F01E3FA}" srcOrd="0" destOrd="0" presId="urn:microsoft.com/office/officeart/2005/8/layout/orgChart1"/>
    <dgm:cxn modelId="{EA36F066-1D4B-45F0-BF13-1A7940D885D1}" type="presParOf" srcId="{BB6E4469-EEF4-4596-82CD-25B925DEC1BE}" destId="{C485BF0C-134A-4FFE-8F65-4888A88AC941}" srcOrd="1" destOrd="0" presId="urn:microsoft.com/office/officeart/2005/8/layout/orgChart1"/>
    <dgm:cxn modelId="{6FE4CD96-2FE4-4022-BAFD-CECC22A548E5}" type="presParOf" srcId="{B97A8371-1169-4C99-9D92-982300A6A0CB}" destId="{5AC07A8C-030D-4946-B4CE-E48429BC6EBD}" srcOrd="1" destOrd="0" presId="urn:microsoft.com/office/officeart/2005/8/layout/orgChart1"/>
    <dgm:cxn modelId="{708E2C28-C392-44C4-B459-93DE48F48742}" type="presParOf" srcId="{B97A8371-1169-4C99-9D92-982300A6A0CB}" destId="{F5BC3080-8EA2-494D-BB6F-62E6350B6A24}" srcOrd="2" destOrd="0" presId="urn:microsoft.com/office/officeart/2005/8/layout/orgChart1"/>
    <dgm:cxn modelId="{0D751377-95ED-474E-8455-4C981E47C865}" type="presParOf" srcId="{F5BC3080-8EA2-494D-BB6F-62E6350B6A24}" destId="{E9A3EF2D-8AF8-465B-AE66-0D44BA843AB6}" srcOrd="0" destOrd="0" presId="urn:microsoft.com/office/officeart/2005/8/layout/orgChart1"/>
    <dgm:cxn modelId="{85559034-F505-4857-8102-076433A08C42}" type="presParOf" srcId="{F5BC3080-8EA2-494D-BB6F-62E6350B6A24}" destId="{D00F6DBA-1C2C-4EF7-BB3D-C3398E3549A0}" srcOrd="1" destOrd="0" presId="urn:microsoft.com/office/officeart/2005/8/layout/orgChart1"/>
    <dgm:cxn modelId="{4870BF4F-BA8F-4A0F-95B1-A25BD8E69700}" type="presParOf" srcId="{D00F6DBA-1C2C-4EF7-BB3D-C3398E3549A0}" destId="{4245D9C4-93D3-4881-BFB2-C99CAD488769}" srcOrd="0" destOrd="0" presId="urn:microsoft.com/office/officeart/2005/8/layout/orgChart1"/>
    <dgm:cxn modelId="{78CBF778-03D0-47E8-86A5-8188DBB9A873}" type="presParOf" srcId="{4245D9C4-93D3-4881-BFB2-C99CAD488769}" destId="{79CE6256-2D97-49CE-B5A3-B1374121F633}" srcOrd="0" destOrd="0" presId="urn:microsoft.com/office/officeart/2005/8/layout/orgChart1"/>
    <dgm:cxn modelId="{EF075511-C7BA-4B63-9B50-327FE7FFC817}" type="presParOf" srcId="{4245D9C4-93D3-4881-BFB2-C99CAD488769}" destId="{B2020478-368E-4520-B7C4-07C878A34EF6}" srcOrd="1" destOrd="0" presId="urn:microsoft.com/office/officeart/2005/8/layout/orgChart1"/>
    <dgm:cxn modelId="{DD2A1DF9-55B6-439C-B2D9-D398BBA378AD}" type="presParOf" srcId="{D00F6DBA-1C2C-4EF7-BB3D-C3398E3549A0}" destId="{6A1F965C-4D42-4497-A0D5-256449BB8DF7}" srcOrd="1" destOrd="0" presId="urn:microsoft.com/office/officeart/2005/8/layout/orgChart1"/>
    <dgm:cxn modelId="{377444A7-CD6C-4C59-8ED6-998B05E40EEB}" type="presParOf" srcId="{D00F6DBA-1C2C-4EF7-BB3D-C3398E3549A0}" destId="{2C226352-20CC-41FB-9CAB-B4AB5C5AA3C2}" srcOrd="2" destOrd="0" presId="urn:microsoft.com/office/officeart/2005/8/layout/orgChart1"/>
    <dgm:cxn modelId="{4A25B425-2CDC-4C02-BA8E-C0277B66526A}" type="presParOf" srcId="{7B8A4E33-5908-4A81-A968-03CF26A1C118}" destId="{CDED3F17-3C45-4601-A587-DDB0DE0B5E3D}" srcOrd="4" destOrd="0" presId="urn:microsoft.com/office/officeart/2005/8/layout/orgChart1"/>
    <dgm:cxn modelId="{1E7D0803-1302-4B22-BD6B-98E6B9D9C8D4}" type="presParOf" srcId="{7B8A4E33-5908-4A81-A968-03CF26A1C118}" destId="{8A002C32-A3A4-4D45-B25C-9445F6202DC0}" srcOrd="5" destOrd="0" presId="urn:microsoft.com/office/officeart/2005/8/layout/orgChart1"/>
    <dgm:cxn modelId="{E8ABFB1F-B590-4594-A1A2-BE57FF05A098}" type="presParOf" srcId="{8A002C32-A3A4-4D45-B25C-9445F6202DC0}" destId="{0861C1D4-7B6C-4E48-84BC-45C6421AB6D9}" srcOrd="0" destOrd="0" presId="urn:microsoft.com/office/officeart/2005/8/layout/orgChart1"/>
    <dgm:cxn modelId="{7C564624-5A49-45AE-912E-F55F6AC0A308}" type="presParOf" srcId="{0861C1D4-7B6C-4E48-84BC-45C6421AB6D9}" destId="{CADB663F-FB17-44EE-9431-5D28BA70EE4F}" srcOrd="0" destOrd="0" presId="urn:microsoft.com/office/officeart/2005/8/layout/orgChart1"/>
    <dgm:cxn modelId="{92D46E19-DF42-43DD-BCE5-43DA0D711CD7}" type="presParOf" srcId="{0861C1D4-7B6C-4E48-84BC-45C6421AB6D9}" destId="{065B4273-7107-42C3-86C4-6DEB19501522}" srcOrd="1" destOrd="0" presId="urn:microsoft.com/office/officeart/2005/8/layout/orgChart1"/>
    <dgm:cxn modelId="{B53D73DD-F084-4852-A01B-8D31472D6C69}" type="presParOf" srcId="{8A002C32-A3A4-4D45-B25C-9445F6202DC0}" destId="{25902B03-B4B9-420E-BE5A-38F29C571D43}" srcOrd="1" destOrd="0" presId="urn:microsoft.com/office/officeart/2005/8/layout/orgChart1"/>
    <dgm:cxn modelId="{5CD73029-304D-4C85-B580-9EE500525950}" type="presParOf" srcId="{8A002C32-A3A4-4D45-B25C-9445F6202DC0}" destId="{68DA8646-E583-4828-9A0C-B6799517B3CD}" srcOrd="2" destOrd="0" presId="urn:microsoft.com/office/officeart/2005/8/layout/orgChart1"/>
    <dgm:cxn modelId="{E534B55D-0BE3-4299-8527-71FBFAB4AA4A}" type="presParOf" srcId="{7B8A4E33-5908-4A81-A968-03CF26A1C118}" destId="{2ADA24BF-3DA0-4F1F-B8D5-2D15E0E72C85}" srcOrd="6" destOrd="0" presId="urn:microsoft.com/office/officeart/2005/8/layout/orgChart1"/>
    <dgm:cxn modelId="{89E2074E-8683-4DEA-82BB-538A571925B1}" type="presParOf" srcId="{7B8A4E33-5908-4A81-A968-03CF26A1C118}" destId="{C3E0393C-1F55-45EC-942C-619B57CFF51A}" srcOrd="7" destOrd="0" presId="urn:microsoft.com/office/officeart/2005/8/layout/orgChart1"/>
    <dgm:cxn modelId="{7A2C012E-2ABC-442A-A1B1-E4F321B963BE}" type="presParOf" srcId="{C3E0393C-1F55-45EC-942C-619B57CFF51A}" destId="{624EE4E5-E6EA-4D73-BBED-C290682569DC}" srcOrd="0" destOrd="0" presId="urn:microsoft.com/office/officeart/2005/8/layout/orgChart1"/>
    <dgm:cxn modelId="{FCC6238C-B1D3-4443-A8DE-FB52577B5E4F}" type="presParOf" srcId="{624EE4E5-E6EA-4D73-BBED-C290682569DC}" destId="{A8639174-5348-45A8-B946-EED2922607AD}" srcOrd="0" destOrd="0" presId="urn:microsoft.com/office/officeart/2005/8/layout/orgChart1"/>
    <dgm:cxn modelId="{A5872E9D-1D77-4608-B56D-AF22BB327FD6}" type="presParOf" srcId="{624EE4E5-E6EA-4D73-BBED-C290682569DC}" destId="{BFD6E0CF-82E7-4C00-9EA4-C43EDB6DA7EE}" srcOrd="1" destOrd="0" presId="urn:microsoft.com/office/officeart/2005/8/layout/orgChart1"/>
    <dgm:cxn modelId="{8859D44D-875A-4E19-BFF6-EB420CF83F47}" type="presParOf" srcId="{C3E0393C-1F55-45EC-942C-619B57CFF51A}" destId="{696F7059-B890-4422-9D34-3766F23CBFBA}" srcOrd="1" destOrd="0" presId="urn:microsoft.com/office/officeart/2005/8/layout/orgChart1"/>
    <dgm:cxn modelId="{54B9F7F1-853C-42DE-8AD1-F756133F03E9}" type="presParOf" srcId="{C3E0393C-1F55-45EC-942C-619B57CFF51A}" destId="{E6C7BB32-C83B-425B-8625-9EC14E7A2F06}" srcOrd="2" destOrd="0" presId="urn:microsoft.com/office/officeart/2005/8/layout/orgChart1"/>
    <dgm:cxn modelId="{C643690A-218D-4E61-8C6B-0A5F8744DAB9}" type="presParOf" srcId="{E6C7BB32-C83B-425B-8625-9EC14E7A2F06}" destId="{ABE7496E-FDD4-4C1E-9129-92100A77376D}" srcOrd="0" destOrd="0" presId="urn:microsoft.com/office/officeart/2005/8/layout/orgChart1"/>
    <dgm:cxn modelId="{92AE9202-49B9-44D5-B67F-2077EB418001}" type="presParOf" srcId="{E6C7BB32-C83B-425B-8625-9EC14E7A2F06}" destId="{0AB0AED3-C145-47AA-AA6C-896164019FA1}" srcOrd="1" destOrd="0" presId="urn:microsoft.com/office/officeart/2005/8/layout/orgChart1"/>
    <dgm:cxn modelId="{2DA2AF59-626B-4F03-A3DD-D53E1336D70C}" type="presParOf" srcId="{0AB0AED3-C145-47AA-AA6C-896164019FA1}" destId="{A7C5300F-95C9-404C-ADB7-65EA37DB041D}" srcOrd="0" destOrd="0" presId="urn:microsoft.com/office/officeart/2005/8/layout/orgChart1"/>
    <dgm:cxn modelId="{D67F28D7-AFB1-448C-A79D-F4F66FAE77A8}" type="presParOf" srcId="{A7C5300F-95C9-404C-ADB7-65EA37DB041D}" destId="{B035FE31-E7C9-497F-A6C2-F53127750989}" srcOrd="0" destOrd="0" presId="urn:microsoft.com/office/officeart/2005/8/layout/orgChart1"/>
    <dgm:cxn modelId="{2DD3DEC7-180C-45D1-BF11-EBAE155761CB}" type="presParOf" srcId="{A7C5300F-95C9-404C-ADB7-65EA37DB041D}" destId="{CBCBBE29-0B17-4119-A26E-D81ED18A9E62}" srcOrd="1" destOrd="0" presId="urn:microsoft.com/office/officeart/2005/8/layout/orgChart1"/>
    <dgm:cxn modelId="{ABCD3BF0-DDF2-493D-BAA5-C71121253AD1}" type="presParOf" srcId="{0AB0AED3-C145-47AA-AA6C-896164019FA1}" destId="{F4BDA177-168B-4E31-AD6F-4A4C5DC50267}" srcOrd="1" destOrd="0" presId="urn:microsoft.com/office/officeart/2005/8/layout/orgChart1"/>
    <dgm:cxn modelId="{CBE9B644-F921-4049-A9AF-AC2D6E436D68}" type="presParOf" srcId="{0AB0AED3-C145-47AA-AA6C-896164019FA1}" destId="{BE988BD4-E1BF-476E-AEBE-0AA0704F057F}" srcOrd="2" destOrd="0" presId="urn:microsoft.com/office/officeart/2005/8/layout/orgChart1"/>
    <dgm:cxn modelId="{AC8ADAFB-4FDD-4D8D-882A-F4D0304E936C}" type="presParOf" srcId="{68C52314-412E-4FB9-AC89-96492AE144C0}" destId="{4ACB6530-068D-4AEF-9381-5AC419ABD617}" srcOrd="2" destOrd="0" presId="urn:microsoft.com/office/officeart/2005/8/layout/orgChart1"/>
    <dgm:cxn modelId="{FC334B39-5940-4040-B086-0D339D482048}" type="presParOf" srcId="{6622BFB1-1709-4E05-9831-5DE90B7D8646}" destId="{2BA2027E-6294-4D8C-8793-528E4DE788B4}" srcOrd="8" destOrd="0" presId="urn:microsoft.com/office/officeart/2005/8/layout/orgChart1"/>
    <dgm:cxn modelId="{C85BD9BA-CCC6-4BFE-B156-1A76E6E4D08F}" type="presParOf" srcId="{6622BFB1-1709-4E05-9831-5DE90B7D8646}" destId="{E39E7C2E-533B-4CA1-91DD-54169F6384EA}" srcOrd="9" destOrd="0" presId="urn:microsoft.com/office/officeart/2005/8/layout/orgChart1"/>
    <dgm:cxn modelId="{F760D4B3-29B0-43DF-8037-A0628798FAAB}" type="presParOf" srcId="{E39E7C2E-533B-4CA1-91DD-54169F6384EA}" destId="{9B0DA9E7-A9D9-4767-8E1B-B5555070571A}" srcOrd="0" destOrd="0" presId="urn:microsoft.com/office/officeart/2005/8/layout/orgChart1"/>
    <dgm:cxn modelId="{DED6E7D6-A1E9-4149-906B-F1B931D8D05F}" type="presParOf" srcId="{9B0DA9E7-A9D9-4767-8E1B-B5555070571A}" destId="{1CB9F49D-2DB0-4EC7-AA7D-6749FD5B2E12}" srcOrd="0" destOrd="0" presId="urn:microsoft.com/office/officeart/2005/8/layout/orgChart1"/>
    <dgm:cxn modelId="{44F80D32-AE54-4203-8359-03B1D901225A}" type="presParOf" srcId="{9B0DA9E7-A9D9-4767-8E1B-B5555070571A}" destId="{FDA8805E-232C-461A-AF65-647A10B96EF0}" srcOrd="1" destOrd="0" presId="urn:microsoft.com/office/officeart/2005/8/layout/orgChart1"/>
    <dgm:cxn modelId="{36C2D6D2-E617-4B13-B538-1D572D4251C5}" type="presParOf" srcId="{E39E7C2E-533B-4CA1-91DD-54169F6384EA}" destId="{A6BE3E1B-6862-4B4B-925B-C424C9627D00}" srcOrd="1" destOrd="0" presId="urn:microsoft.com/office/officeart/2005/8/layout/orgChart1"/>
    <dgm:cxn modelId="{CEE37CDE-B552-467C-98C5-94CDD7520465}" type="presParOf" srcId="{E39E7C2E-533B-4CA1-91DD-54169F6384EA}" destId="{EFED24D8-06FF-4AA3-9A87-26D8A195333D}" srcOrd="2" destOrd="0" presId="urn:microsoft.com/office/officeart/2005/8/layout/orgChart1"/>
    <dgm:cxn modelId="{C3526AFB-47B1-42AD-A9D6-526125BD9A5A}" type="presParOf" srcId="{6622BFB1-1709-4E05-9831-5DE90B7D8646}" destId="{8ED6B7B1-4DB0-4F06-951C-00BF3C629812}" srcOrd="10" destOrd="0" presId="urn:microsoft.com/office/officeart/2005/8/layout/orgChart1"/>
    <dgm:cxn modelId="{4355CF23-DFF0-4BC7-B04D-01B2D6E2F341}" type="presParOf" srcId="{6622BFB1-1709-4E05-9831-5DE90B7D8646}" destId="{7CD7EBB7-7A15-45E4-940C-2E1BA78E143B}" srcOrd="11" destOrd="0" presId="urn:microsoft.com/office/officeart/2005/8/layout/orgChart1"/>
    <dgm:cxn modelId="{1EFC5BC2-63E5-453B-BF56-7D6AD6C04A53}" type="presParOf" srcId="{7CD7EBB7-7A15-45E4-940C-2E1BA78E143B}" destId="{D8AC36F8-86AC-4DFF-A681-4208DC396CB1}" srcOrd="0" destOrd="0" presId="urn:microsoft.com/office/officeart/2005/8/layout/orgChart1"/>
    <dgm:cxn modelId="{653F134B-5C0B-48F6-B011-3428DC61C86D}" type="presParOf" srcId="{D8AC36F8-86AC-4DFF-A681-4208DC396CB1}" destId="{6DFE9458-DACF-4073-BA0B-BB544E2FEA48}" srcOrd="0" destOrd="0" presId="urn:microsoft.com/office/officeart/2005/8/layout/orgChart1"/>
    <dgm:cxn modelId="{E0C4260A-7605-4EE9-B169-8EE9C88C0A71}" type="presParOf" srcId="{D8AC36F8-86AC-4DFF-A681-4208DC396CB1}" destId="{24B76BC8-E0C6-4F05-86EE-67B559AB8E28}" srcOrd="1" destOrd="0" presId="urn:microsoft.com/office/officeart/2005/8/layout/orgChart1"/>
    <dgm:cxn modelId="{0622BA00-FD9D-4E70-958F-27CA3787641C}" type="presParOf" srcId="{7CD7EBB7-7A15-45E4-940C-2E1BA78E143B}" destId="{3192588F-6F1C-4B9B-9101-8F63B1FCF59A}" srcOrd="1" destOrd="0" presId="urn:microsoft.com/office/officeart/2005/8/layout/orgChart1"/>
    <dgm:cxn modelId="{9195C023-D20C-4E55-8CE5-D78FEB3C935A}" type="presParOf" srcId="{7CD7EBB7-7A15-45E4-940C-2E1BA78E143B}" destId="{7DCFDCB7-3E9C-4EE5-A266-3751B03B02BF}" srcOrd="2" destOrd="0" presId="urn:microsoft.com/office/officeart/2005/8/layout/orgChart1"/>
    <dgm:cxn modelId="{CD5AC05C-72CD-4E8B-87C9-A9FA159FC57F}" type="presParOf" srcId="{4E63B2E1-2259-4A9A-AE59-A9F72E2B4E6A}" destId="{09E2DBCF-B3E1-4B53-BE10-A6C77CBACDE7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6B7B1-4DB0-4F06-951C-00BF3C629812}">
      <dsp:nvSpPr>
        <dsp:cNvPr id="0" name=""/>
        <dsp:cNvSpPr/>
      </dsp:nvSpPr>
      <dsp:spPr>
        <a:xfrm>
          <a:off x="4449984" y="1149237"/>
          <a:ext cx="3685723" cy="545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492"/>
              </a:lnTo>
              <a:lnTo>
                <a:pt x="3685723" y="423492"/>
              </a:lnTo>
              <a:lnTo>
                <a:pt x="3685723" y="545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A2027E-6294-4D8C-8793-528E4DE788B4}">
      <dsp:nvSpPr>
        <dsp:cNvPr id="0" name=""/>
        <dsp:cNvSpPr/>
      </dsp:nvSpPr>
      <dsp:spPr>
        <a:xfrm>
          <a:off x="4449984" y="1149237"/>
          <a:ext cx="2188935" cy="545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492"/>
              </a:lnTo>
              <a:lnTo>
                <a:pt x="2188935" y="423492"/>
              </a:lnTo>
              <a:lnTo>
                <a:pt x="2188935" y="545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7496E-FDD4-4C1E-9129-92100A77376D}">
      <dsp:nvSpPr>
        <dsp:cNvPr id="0" name=""/>
        <dsp:cNvSpPr/>
      </dsp:nvSpPr>
      <dsp:spPr>
        <a:xfrm>
          <a:off x="7671237" y="3399359"/>
          <a:ext cx="142285" cy="835156"/>
        </a:xfrm>
        <a:custGeom>
          <a:avLst/>
          <a:gdLst/>
          <a:ahLst/>
          <a:cxnLst/>
          <a:rect l="0" t="0" r="0" b="0"/>
          <a:pathLst>
            <a:path>
              <a:moveTo>
                <a:pt x="142285" y="0"/>
              </a:moveTo>
              <a:lnTo>
                <a:pt x="142285" y="835156"/>
              </a:lnTo>
              <a:lnTo>
                <a:pt x="0" y="8351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DA24BF-3DA0-4F1F-B8D5-2D15E0E72C85}">
      <dsp:nvSpPr>
        <dsp:cNvPr id="0" name=""/>
        <dsp:cNvSpPr/>
      </dsp:nvSpPr>
      <dsp:spPr>
        <a:xfrm>
          <a:off x="5188957" y="2274298"/>
          <a:ext cx="2624564" cy="545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492"/>
              </a:lnTo>
              <a:lnTo>
                <a:pt x="2624564" y="423492"/>
              </a:lnTo>
              <a:lnTo>
                <a:pt x="2624564" y="5452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ED3F17-3C45-4601-A587-DDB0DE0B5E3D}">
      <dsp:nvSpPr>
        <dsp:cNvPr id="0" name=""/>
        <dsp:cNvSpPr/>
      </dsp:nvSpPr>
      <dsp:spPr>
        <a:xfrm>
          <a:off x="5188957" y="2274298"/>
          <a:ext cx="668377" cy="545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492"/>
              </a:lnTo>
              <a:lnTo>
                <a:pt x="668377" y="423492"/>
              </a:lnTo>
              <a:lnTo>
                <a:pt x="668377" y="5452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3EF2D-8AF8-465B-AE66-0D44BA843AB6}">
      <dsp:nvSpPr>
        <dsp:cNvPr id="0" name=""/>
        <dsp:cNvSpPr/>
      </dsp:nvSpPr>
      <dsp:spPr>
        <a:xfrm>
          <a:off x="4234537" y="3399359"/>
          <a:ext cx="202967" cy="835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156"/>
              </a:lnTo>
              <a:lnTo>
                <a:pt x="202967" y="8351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273759-E5F4-4EED-BFA4-E507CE0126B0}">
      <dsp:nvSpPr>
        <dsp:cNvPr id="0" name=""/>
        <dsp:cNvSpPr/>
      </dsp:nvSpPr>
      <dsp:spPr>
        <a:xfrm>
          <a:off x="4234537" y="2274298"/>
          <a:ext cx="954420" cy="545252"/>
        </a:xfrm>
        <a:custGeom>
          <a:avLst/>
          <a:gdLst/>
          <a:ahLst/>
          <a:cxnLst/>
          <a:rect l="0" t="0" r="0" b="0"/>
          <a:pathLst>
            <a:path>
              <a:moveTo>
                <a:pt x="954420" y="0"/>
              </a:moveTo>
              <a:lnTo>
                <a:pt x="954420" y="423492"/>
              </a:lnTo>
              <a:lnTo>
                <a:pt x="0" y="423492"/>
              </a:lnTo>
              <a:lnTo>
                <a:pt x="0" y="5452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95E28F-A89A-49E6-A4AF-916FEB0733E3}">
      <dsp:nvSpPr>
        <dsp:cNvPr id="0" name=""/>
        <dsp:cNvSpPr/>
      </dsp:nvSpPr>
      <dsp:spPr>
        <a:xfrm>
          <a:off x="2425030" y="3399359"/>
          <a:ext cx="147764" cy="835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156"/>
              </a:lnTo>
              <a:lnTo>
                <a:pt x="147764" y="8351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232D68-EBB1-4AB9-92D9-AFE93297D23B}">
      <dsp:nvSpPr>
        <dsp:cNvPr id="0" name=""/>
        <dsp:cNvSpPr/>
      </dsp:nvSpPr>
      <dsp:spPr>
        <a:xfrm>
          <a:off x="1996725" y="3399359"/>
          <a:ext cx="428304" cy="835156"/>
        </a:xfrm>
        <a:custGeom>
          <a:avLst/>
          <a:gdLst/>
          <a:ahLst/>
          <a:cxnLst/>
          <a:rect l="0" t="0" r="0" b="0"/>
          <a:pathLst>
            <a:path>
              <a:moveTo>
                <a:pt x="428304" y="0"/>
              </a:moveTo>
              <a:lnTo>
                <a:pt x="428304" y="835156"/>
              </a:lnTo>
              <a:lnTo>
                <a:pt x="0" y="8351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85FB90-AE0E-4B98-8D1E-E7F5D7421007}">
      <dsp:nvSpPr>
        <dsp:cNvPr id="0" name=""/>
        <dsp:cNvSpPr/>
      </dsp:nvSpPr>
      <dsp:spPr>
        <a:xfrm>
          <a:off x="2425030" y="2274298"/>
          <a:ext cx="2763927" cy="545252"/>
        </a:xfrm>
        <a:custGeom>
          <a:avLst/>
          <a:gdLst/>
          <a:ahLst/>
          <a:cxnLst/>
          <a:rect l="0" t="0" r="0" b="0"/>
          <a:pathLst>
            <a:path>
              <a:moveTo>
                <a:pt x="2763927" y="0"/>
              </a:moveTo>
              <a:lnTo>
                <a:pt x="2763927" y="423492"/>
              </a:lnTo>
              <a:lnTo>
                <a:pt x="0" y="423492"/>
              </a:lnTo>
              <a:lnTo>
                <a:pt x="0" y="5452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5F523B-6DA7-41DA-9153-BE4614FD5544}">
      <dsp:nvSpPr>
        <dsp:cNvPr id="0" name=""/>
        <dsp:cNvSpPr/>
      </dsp:nvSpPr>
      <dsp:spPr>
        <a:xfrm>
          <a:off x="4449984" y="1149237"/>
          <a:ext cx="738973" cy="545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3492"/>
              </a:lnTo>
              <a:lnTo>
                <a:pt x="738973" y="423492"/>
              </a:lnTo>
              <a:lnTo>
                <a:pt x="738973" y="545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6D60E-FB21-4729-85C1-729FC7D94837}">
      <dsp:nvSpPr>
        <dsp:cNvPr id="0" name=""/>
        <dsp:cNvSpPr/>
      </dsp:nvSpPr>
      <dsp:spPr>
        <a:xfrm>
          <a:off x="3385761" y="1149237"/>
          <a:ext cx="1064222" cy="545252"/>
        </a:xfrm>
        <a:custGeom>
          <a:avLst/>
          <a:gdLst/>
          <a:ahLst/>
          <a:cxnLst/>
          <a:rect l="0" t="0" r="0" b="0"/>
          <a:pathLst>
            <a:path>
              <a:moveTo>
                <a:pt x="1064222" y="0"/>
              </a:moveTo>
              <a:lnTo>
                <a:pt x="1064222" y="423492"/>
              </a:lnTo>
              <a:lnTo>
                <a:pt x="0" y="423492"/>
              </a:lnTo>
              <a:lnTo>
                <a:pt x="0" y="545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8D90CD-B471-4CE5-AA9E-9070AEF87C34}">
      <dsp:nvSpPr>
        <dsp:cNvPr id="0" name=""/>
        <dsp:cNvSpPr/>
      </dsp:nvSpPr>
      <dsp:spPr>
        <a:xfrm>
          <a:off x="1982624" y="1149237"/>
          <a:ext cx="2467359" cy="545252"/>
        </a:xfrm>
        <a:custGeom>
          <a:avLst/>
          <a:gdLst/>
          <a:ahLst/>
          <a:cxnLst/>
          <a:rect l="0" t="0" r="0" b="0"/>
          <a:pathLst>
            <a:path>
              <a:moveTo>
                <a:pt x="2467359" y="0"/>
              </a:moveTo>
              <a:lnTo>
                <a:pt x="2467359" y="423492"/>
              </a:lnTo>
              <a:lnTo>
                <a:pt x="0" y="423492"/>
              </a:lnTo>
              <a:lnTo>
                <a:pt x="0" y="545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964F05-B15F-4974-8EC0-A788CE8C1ABE}">
      <dsp:nvSpPr>
        <dsp:cNvPr id="0" name=""/>
        <dsp:cNvSpPr/>
      </dsp:nvSpPr>
      <dsp:spPr>
        <a:xfrm>
          <a:off x="115961" y="2274298"/>
          <a:ext cx="160332" cy="835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156"/>
              </a:lnTo>
              <a:lnTo>
                <a:pt x="160332" y="8351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FAB415-1396-4B5E-BDC0-06F7B462B0C6}">
      <dsp:nvSpPr>
        <dsp:cNvPr id="0" name=""/>
        <dsp:cNvSpPr/>
      </dsp:nvSpPr>
      <dsp:spPr>
        <a:xfrm>
          <a:off x="579808" y="1149237"/>
          <a:ext cx="3870175" cy="545252"/>
        </a:xfrm>
        <a:custGeom>
          <a:avLst/>
          <a:gdLst/>
          <a:ahLst/>
          <a:cxnLst/>
          <a:rect l="0" t="0" r="0" b="0"/>
          <a:pathLst>
            <a:path>
              <a:moveTo>
                <a:pt x="3870175" y="0"/>
              </a:moveTo>
              <a:lnTo>
                <a:pt x="3870175" y="423492"/>
              </a:lnTo>
              <a:lnTo>
                <a:pt x="0" y="423492"/>
              </a:lnTo>
              <a:lnTo>
                <a:pt x="0" y="5452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B245E9-05DD-402F-A71F-C36DF91D936B}">
      <dsp:nvSpPr>
        <dsp:cNvPr id="0" name=""/>
        <dsp:cNvSpPr/>
      </dsp:nvSpPr>
      <dsp:spPr>
        <a:xfrm>
          <a:off x="3576357" y="603979"/>
          <a:ext cx="1747253" cy="545257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chemeClr val="tx1"/>
              </a:solidFill>
            </a:rPr>
            <a:t>    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chemeClr val="tx1"/>
              </a:solidFill>
            </a:rPr>
            <a:t> 	                </a:t>
          </a:r>
          <a:r>
            <a:rPr lang="de-DE" sz="900" b="1" kern="1200" dirty="0">
              <a:solidFill>
                <a:schemeClr val="tx1"/>
              </a:solidFill>
            </a:rPr>
            <a:t>CEO</a:t>
          </a:r>
          <a:r>
            <a:rPr lang="de-DE" sz="900" kern="1200" dirty="0">
              <a:solidFill>
                <a:schemeClr val="tx1"/>
              </a:solidFill>
            </a:rPr>
            <a:t> 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 	   Mr. Hammad Ashraf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900" kern="1200" dirty="0">
            <a:solidFill>
              <a:schemeClr val="tx1"/>
            </a:solidFill>
          </a:endParaRPr>
        </a:p>
      </dsp:txBody>
      <dsp:txXfrm>
        <a:off x="3576357" y="603979"/>
        <a:ext cx="1747253" cy="545257"/>
      </dsp:txXfrm>
    </dsp:sp>
    <dsp:sp modelId="{B3505D55-F7B4-47A5-B4F4-B4B8A1F6A2A3}">
      <dsp:nvSpPr>
        <dsp:cNvPr id="0" name=""/>
        <dsp:cNvSpPr/>
      </dsp:nvSpPr>
      <dsp:spPr>
        <a:xfrm>
          <a:off x="0" y="1694489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Sales Manager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Ms. Nazish Umar</a:t>
          </a:r>
        </a:p>
      </dsp:txBody>
      <dsp:txXfrm>
        <a:off x="0" y="1694489"/>
        <a:ext cx="1159617" cy="579808"/>
      </dsp:txXfrm>
    </dsp:sp>
    <dsp:sp modelId="{E53FC2AE-3AAF-4DD8-A367-126D86CAACD0}">
      <dsp:nvSpPr>
        <dsp:cNvPr id="0" name=""/>
        <dsp:cNvSpPr/>
      </dsp:nvSpPr>
      <dsp:spPr>
        <a:xfrm>
          <a:off x="276294" y="2819550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Sales Coordinator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Mr. Ali Imran</a:t>
          </a:r>
        </a:p>
      </dsp:txBody>
      <dsp:txXfrm>
        <a:off x="276294" y="2819550"/>
        <a:ext cx="1159617" cy="579808"/>
      </dsp:txXfrm>
    </dsp:sp>
    <dsp:sp modelId="{261801D6-FFE1-45CE-AE87-BA1F7F42953B}">
      <dsp:nvSpPr>
        <dsp:cNvPr id="0" name=""/>
        <dsp:cNvSpPr/>
      </dsp:nvSpPr>
      <dsp:spPr>
        <a:xfrm>
          <a:off x="1402815" y="1694489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Admin Manager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Mr. Bilal</a:t>
          </a:r>
        </a:p>
      </dsp:txBody>
      <dsp:txXfrm>
        <a:off x="1402815" y="1694489"/>
        <a:ext cx="1159617" cy="579808"/>
      </dsp:txXfrm>
    </dsp:sp>
    <dsp:sp modelId="{04CAE8A4-7545-4BF9-BEBA-9496F12D4B84}">
      <dsp:nvSpPr>
        <dsp:cNvPr id="0" name=""/>
        <dsp:cNvSpPr/>
      </dsp:nvSpPr>
      <dsp:spPr>
        <a:xfrm>
          <a:off x="2805952" y="1694489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Finance Consultant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Mr. Faisal </a:t>
          </a:r>
        </a:p>
      </dsp:txBody>
      <dsp:txXfrm>
        <a:off x="2805952" y="1694489"/>
        <a:ext cx="1159617" cy="579808"/>
      </dsp:txXfrm>
    </dsp:sp>
    <dsp:sp modelId="{5D4F2A5C-8E15-4C22-A16F-A06EF6B84CE9}">
      <dsp:nvSpPr>
        <dsp:cNvPr id="0" name=""/>
        <dsp:cNvSpPr/>
      </dsp:nvSpPr>
      <dsp:spPr>
        <a:xfrm>
          <a:off x="4609148" y="1694489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Technical Manager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Hammad Ashraf</a:t>
          </a:r>
        </a:p>
      </dsp:txBody>
      <dsp:txXfrm>
        <a:off x="4609148" y="1694489"/>
        <a:ext cx="1159617" cy="579808"/>
      </dsp:txXfrm>
    </dsp:sp>
    <dsp:sp modelId="{52B0B49D-DBDC-42B5-BD57-1A81EC614CB4}">
      <dsp:nvSpPr>
        <dsp:cNvPr id="0" name=""/>
        <dsp:cNvSpPr/>
      </dsp:nvSpPr>
      <dsp:spPr>
        <a:xfrm>
          <a:off x="1845221" y="2819550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Workshop Supervisor</a:t>
          </a:r>
          <a:br>
            <a:rPr lang="de-DE" sz="900" b="1" kern="1200" dirty="0">
              <a:solidFill>
                <a:schemeClr val="tx1"/>
              </a:solidFill>
            </a:rPr>
          </a:br>
          <a:r>
            <a:rPr lang="de-DE" sz="900" b="0" kern="1200" dirty="0">
              <a:solidFill>
                <a:schemeClr val="tx1"/>
              </a:solidFill>
            </a:rPr>
            <a:t>M. Naeem</a:t>
          </a:r>
          <a:endParaRPr lang="de-DE" sz="900" b="1" kern="1200" dirty="0">
            <a:solidFill>
              <a:schemeClr val="tx1"/>
            </a:solidFill>
          </a:endParaRPr>
        </a:p>
      </dsp:txBody>
      <dsp:txXfrm>
        <a:off x="1845221" y="2819550"/>
        <a:ext cx="1159617" cy="579808"/>
      </dsp:txXfrm>
    </dsp:sp>
    <dsp:sp modelId="{F81C4D1B-F1E1-424D-AA95-17D415E0071C}">
      <dsp:nvSpPr>
        <dsp:cNvPr id="0" name=""/>
        <dsp:cNvSpPr/>
      </dsp:nvSpPr>
      <dsp:spPr>
        <a:xfrm>
          <a:off x="837108" y="3944611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Production &amp; Assembly</a:t>
          </a:r>
        </a:p>
      </dsp:txBody>
      <dsp:txXfrm>
        <a:off x="837108" y="3944611"/>
        <a:ext cx="1159617" cy="579808"/>
      </dsp:txXfrm>
    </dsp:sp>
    <dsp:sp modelId="{E6EB6C20-6ADA-42A8-A819-5D0291B2F81C}">
      <dsp:nvSpPr>
        <dsp:cNvPr id="0" name=""/>
        <dsp:cNvSpPr/>
      </dsp:nvSpPr>
      <dsp:spPr>
        <a:xfrm>
          <a:off x="2572794" y="3944611"/>
          <a:ext cx="1090492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Maintenance</a:t>
          </a:r>
        </a:p>
      </dsp:txBody>
      <dsp:txXfrm>
        <a:off x="2572794" y="3944611"/>
        <a:ext cx="1090492" cy="579808"/>
      </dsp:txXfrm>
    </dsp:sp>
    <dsp:sp modelId="{85367C65-B344-4E02-A1B7-25352F01E3FA}">
      <dsp:nvSpPr>
        <dsp:cNvPr id="0" name=""/>
        <dsp:cNvSpPr/>
      </dsp:nvSpPr>
      <dsp:spPr>
        <a:xfrm>
          <a:off x="3448015" y="2819550"/>
          <a:ext cx="1573044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Electrical Engineering and Automation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M. Faraz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M. Usama </a:t>
          </a:r>
        </a:p>
      </dsp:txBody>
      <dsp:txXfrm>
        <a:off x="3448015" y="2819550"/>
        <a:ext cx="1573044" cy="579808"/>
      </dsp:txXfrm>
    </dsp:sp>
    <dsp:sp modelId="{79CE6256-2D97-49CE-B5A3-B1374121F633}">
      <dsp:nvSpPr>
        <dsp:cNvPr id="0" name=""/>
        <dsp:cNvSpPr/>
      </dsp:nvSpPr>
      <dsp:spPr>
        <a:xfrm>
          <a:off x="4437505" y="3944611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Installation and Start-up</a:t>
          </a:r>
        </a:p>
      </dsp:txBody>
      <dsp:txXfrm>
        <a:off x="4437505" y="3944611"/>
        <a:ext cx="1159617" cy="579808"/>
      </dsp:txXfrm>
    </dsp:sp>
    <dsp:sp modelId="{CADB663F-FB17-44EE-9431-5D28BA70EE4F}">
      <dsp:nvSpPr>
        <dsp:cNvPr id="0" name=""/>
        <dsp:cNvSpPr/>
      </dsp:nvSpPr>
      <dsp:spPr>
        <a:xfrm>
          <a:off x="5253446" y="2819550"/>
          <a:ext cx="1207776" cy="559637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b="1" kern="1200" dirty="0">
              <a:solidFill>
                <a:schemeClr val="tx1"/>
              </a:solidFill>
            </a:rPr>
            <a:t>Piping and Erection</a:t>
          </a:r>
          <a:br>
            <a:rPr lang="de-DE" sz="1100" kern="1200" dirty="0">
              <a:solidFill>
                <a:schemeClr val="tx1"/>
              </a:solidFill>
            </a:rPr>
          </a:br>
          <a:r>
            <a:rPr lang="de-DE" sz="1100" kern="1200" dirty="0">
              <a:solidFill>
                <a:schemeClr val="tx1"/>
              </a:solidFill>
            </a:rPr>
            <a:t>Mr. Adeel Aslam</a:t>
          </a:r>
          <a:endParaRPr lang="de-DE" sz="1300" kern="1200" dirty="0">
            <a:solidFill>
              <a:schemeClr val="tx1"/>
            </a:solidFill>
          </a:endParaRPr>
        </a:p>
      </dsp:txBody>
      <dsp:txXfrm>
        <a:off x="5253446" y="2819550"/>
        <a:ext cx="1207776" cy="559637"/>
      </dsp:txXfrm>
    </dsp:sp>
    <dsp:sp modelId="{A8639174-5348-45A8-B946-EED2922607AD}">
      <dsp:nvSpPr>
        <dsp:cNvPr id="0" name=""/>
        <dsp:cNvSpPr/>
      </dsp:nvSpPr>
      <dsp:spPr>
        <a:xfrm>
          <a:off x="7233713" y="2819550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Customer Service</a:t>
          </a:r>
          <a:br>
            <a:rPr lang="de-DE" sz="900" b="1" kern="1200" dirty="0">
              <a:solidFill>
                <a:schemeClr val="tx1"/>
              </a:solidFill>
            </a:rPr>
          </a:br>
          <a:r>
            <a:rPr lang="de-DE" sz="900" b="0" kern="1200" dirty="0">
              <a:solidFill>
                <a:schemeClr val="tx1"/>
              </a:solidFill>
            </a:rPr>
            <a:t>M. Usama</a:t>
          </a:r>
          <a:br>
            <a:rPr lang="de-DE" sz="900" b="0" kern="1200" dirty="0">
              <a:solidFill>
                <a:schemeClr val="tx1"/>
              </a:solidFill>
            </a:rPr>
          </a:br>
          <a:r>
            <a:rPr lang="de-DE" sz="900" b="0" kern="1200" dirty="0">
              <a:solidFill>
                <a:schemeClr val="tx1"/>
              </a:solidFill>
            </a:rPr>
            <a:t>M. Khurram </a:t>
          </a:r>
          <a:endParaRPr lang="de-DE" sz="900" b="1" kern="1200" dirty="0">
            <a:solidFill>
              <a:schemeClr val="tx1"/>
            </a:solidFill>
          </a:endParaRPr>
        </a:p>
      </dsp:txBody>
      <dsp:txXfrm>
        <a:off x="7233713" y="2819550"/>
        <a:ext cx="1159617" cy="579808"/>
      </dsp:txXfrm>
    </dsp:sp>
    <dsp:sp modelId="{B035FE31-E7C9-497F-A6C2-F53127750989}">
      <dsp:nvSpPr>
        <dsp:cNvPr id="0" name=""/>
        <dsp:cNvSpPr/>
      </dsp:nvSpPr>
      <dsp:spPr>
        <a:xfrm>
          <a:off x="6511619" y="3944611"/>
          <a:ext cx="115961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After Sales Support</a:t>
          </a:r>
        </a:p>
      </dsp:txBody>
      <dsp:txXfrm>
        <a:off x="6511619" y="3944611"/>
        <a:ext cx="1159617" cy="579808"/>
      </dsp:txXfrm>
    </dsp:sp>
    <dsp:sp modelId="{1CB9F49D-2DB0-4EC7-AA7D-6749FD5B2E12}">
      <dsp:nvSpPr>
        <dsp:cNvPr id="0" name=""/>
        <dsp:cNvSpPr/>
      </dsp:nvSpPr>
      <dsp:spPr>
        <a:xfrm>
          <a:off x="6012285" y="1694489"/>
          <a:ext cx="125326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Quality Consultant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Mr. Atif</a:t>
          </a:r>
        </a:p>
      </dsp:txBody>
      <dsp:txXfrm>
        <a:off x="6012285" y="1694489"/>
        <a:ext cx="1253267" cy="579808"/>
      </dsp:txXfrm>
    </dsp:sp>
    <dsp:sp modelId="{6DFE9458-DACF-4073-BA0B-BB544E2FEA48}">
      <dsp:nvSpPr>
        <dsp:cNvPr id="0" name=""/>
        <dsp:cNvSpPr/>
      </dsp:nvSpPr>
      <dsp:spPr>
        <a:xfrm>
          <a:off x="7509073" y="1694489"/>
          <a:ext cx="1253267" cy="579808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b="1" kern="1200" dirty="0">
              <a:solidFill>
                <a:schemeClr val="tx1"/>
              </a:solidFill>
            </a:rPr>
            <a:t>Logistic and Transport</a:t>
          </a:r>
          <a:r>
            <a:rPr lang="de-DE" sz="900" kern="1200" dirty="0">
              <a:solidFill>
                <a:schemeClr val="tx1"/>
              </a:solidFill>
            </a:rPr>
            <a:t> </a:t>
          </a:r>
          <a:br>
            <a:rPr lang="de-DE" sz="900" kern="1200" dirty="0">
              <a:solidFill>
                <a:schemeClr val="tx1"/>
              </a:solidFill>
            </a:rPr>
          </a:br>
          <a:r>
            <a:rPr lang="de-DE" sz="900" kern="1200" dirty="0">
              <a:solidFill>
                <a:schemeClr val="tx1"/>
              </a:solidFill>
            </a:rPr>
            <a:t>Mr. Khubaib</a:t>
          </a:r>
        </a:p>
      </dsp:txBody>
      <dsp:txXfrm>
        <a:off x="7509073" y="1694489"/>
        <a:ext cx="1253267" cy="579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7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20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2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63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73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195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63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92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049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65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634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76FD8-C2D1-4512-9249-A46F92DFD5F4}" type="datetimeFigureOut">
              <a:rPr lang="de-DE" smtClean="0"/>
              <a:t>20.09.2024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82888-BF54-4DB3-9BF1-FA73956B4F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92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6.png"/><Relationship Id="rId7" Type="http://schemas.openxmlformats.org/officeDocument/2006/relationships/hyperlink" Target="mailto:hammad@mbhsol.co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sp-gmbh.com/" TargetMode="External"/><Relationship Id="rId5" Type="http://schemas.openxmlformats.org/officeDocument/2006/relationships/hyperlink" Target="http://www.mbhsol.com/" TargetMode="External"/><Relationship Id="rId4" Type="http://schemas.openxmlformats.org/officeDocument/2006/relationships/image" Target="../media/image7.jpeg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jpeg"/><Relationship Id="rId3" Type="http://schemas.openxmlformats.org/officeDocument/2006/relationships/hyperlink" Target="http://www.ssp-gmbh.com/" TargetMode="External"/><Relationship Id="rId7" Type="http://schemas.openxmlformats.org/officeDocument/2006/relationships/image" Target="../media/image12.jpeg"/><Relationship Id="rId12" Type="http://schemas.openxmlformats.org/officeDocument/2006/relationships/image" Target="../media/image16.png"/><Relationship Id="rId17" Type="http://schemas.openxmlformats.org/officeDocument/2006/relationships/image" Target="../media/image20.jpeg"/><Relationship Id="rId2" Type="http://schemas.openxmlformats.org/officeDocument/2006/relationships/hyperlink" Target="http://www.mbhsol.com/" TargetMode="External"/><Relationship Id="rId16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.png"/><Relationship Id="rId5" Type="http://schemas.openxmlformats.org/officeDocument/2006/relationships/image" Target="../media/image10.jpeg"/><Relationship Id="rId15" Type="http://schemas.openxmlformats.org/officeDocument/2006/relationships/image" Target="../media/image9.jpeg"/><Relationship Id="rId10" Type="http://schemas.openxmlformats.org/officeDocument/2006/relationships/image" Target="../media/image15.png"/><Relationship Id="rId4" Type="http://schemas.openxmlformats.org/officeDocument/2006/relationships/hyperlink" Target="mailto:hammad@mbhsol.com" TargetMode="External"/><Relationship Id="rId9" Type="http://schemas.openxmlformats.org/officeDocument/2006/relationships/image" Target="../media/image14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sp-gmbh.com/" TargetMode="External"/><Relationship Id="rId2" Type="http://schemas.openxmlformats.org/officeDocument/2006/relationships/hyperlink" Target="http://www.mbhsol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hammad@mbhsol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bhsol.com/" TargetMode="External"/><Relationship Id="rId2" Type="http://schemas.openxmlformats.org/officeDocument/2006/relationships/hyperlink" Target="mailto:hammad@mbhso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395536" y="3860265"/>
            <a:ext cx="7339828" cy="24604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r>
              <a:rPr lang="en-US" sz="1600" b="1" dirty="0"/>
              <a:t>MBH SOLUTIONS SMC-PVT. LTD.</a:t>
            </a:r>
          </a:p>
          <a:p>
            <a:endParaRPr lang="en-US" sz="1463" dirty="0"/>
          </a:p>
          <a:p>
            <a:pPr>
              <a:spcAft>
                <a:spcPts val="600"/>
              </a:spcAft>
            </a:pPr>
            <a:r>
              <a:rPr lang="en-US" sz="1463" dirty="0"/>
              <a:t>Prepared for the confidential information of: </a:t>
            </a:r>
          </a:p>
          <a:p>
            <a:r>
              <a:rPr lang="en-US" sz="1463" i="1" dirty="0"/>
              <a:t>LAHORE, JAN, 2024</a:t>
            </a:r>
          </a:p>
        </p:txBody>
      </p:sp>
      <p:sp>
        <p:nvSpPr>
          <p:cNvPr id="7" name="Rechteck 6"/>
          <p:cNvSpPr/>
          <p:nvPr/>
        </p:nvSpPr>
        <p:spPr>
          <a:xfrm>
            <a:off x="395536" y="1628800"/>
            <a:ext cx="8451550" cy="33123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6ECE9C-6882-4C89-A0AE-8A25FCF3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916228"/>
            <a:ext cx="5832648" cy="2736908"/>
          </a:xfrm>
          <a:prstGeom prst="rect">
            <a:avLst/>
          </a:prstGeom>
        </p:spPr>
      </p:pic>
      <p:cxnSp>
        <p:nvCxnSpPr>
          <p:cNvPr id="10" name="Gerade Verbindung 4"/>
          <p:cNvCxnSpPr/>
          <p:nvPr/>
        </p:nvCxnSpPr>
        <p:spPr>
          <a:xfrm>
            <a:off x="0" y="6525344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757" y="215854"/>
            <a:ext cx="1441715" cy="9808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5248850"/>
            <a:ext cx="1808810" cy="99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81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59735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221296" y="116632"/>
            <a:ext cx="595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Company Organogram</a:t>
            </a:r>
            <a:br>
              <a:rPr lang="en-US" dirty="0"/>
            </a:br>
            <a:endParaRPr lang="en-US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  <p:graphicFrame>
        <p:nvGraphicFramePr>
          <p:cNvPr id="16" name="Diagramm 1">
            <a:extLst>
              <a:ext uri="{FF2B5EF4-FFF2-40B4-BE49-F238E27FC236}">
                <a16:creationId xmlns:a16="http://schemas.microsoft.com/office/drawing/2014/main" id="{5DDCFA76-2719-417A-BF45-7528261133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4170875"/>
              </p:ext>
            </p:extLst>
          </p:nvPr>
        </p:nvGraphicFramePr>
        <p:xfrm>
          <a:off x="199012" y="908720"/>
          <a:ext cx="8765476" cy="604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594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59735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221296" y="116632"/>
            <a:ext cx="595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6225" indent="-276225">
              <a:buAutoNum type="arabicPeriod"/>
            </a:pPr>
            <a:r>
              <a:rPr lang="en-US" b="1" dirty="0"/>
              <a:t>MBH SOLUTIONS</a:t>
            </a:r>
            <a:br>
              <a:rPr lang="en-US" dirty="0"/>
            </a:br>
            <a:r>
              <a:rPr lang="en-US" b="1" dirty="0"/>
              <a:t>Range of Solutions</a:t>
            </a:r>
          </a:p>
        </p:txBody>
      </p:sp>
      <p:grpSp>
        <p:nvGrpSpPr>
          <p:cNvPr id="14" name="Gruppieren 13"/>
          <p:cNvGrpSpPr/>
          <p:nvPr/>
        </p:nvGrpSpPr>
        <p:grpSpPr>
          <a:xfrm>
            <a:off x="827584" y="1614726"/>
            <a:ext cx="7636363" cy="3576112"/>
            <a:chOff x="925851" y="1595438"/>
            <a:chExt cx="7636363" cy="3576112"/>
          </a:xfrm>
        </p:grpSpPr>
        <p:sp>
          <p:nvSpPr>
            <p:cNvPr id="15" name="Gleichschenkliges Dreieck 14"/>
            <p:cNvSpPr/>
            <p:nvPr/>
          </p:nvSpPr>
          <p:spPr>
            <a:xfrm rot="5400000">
              <a:off x="635338" y="1885951"/>
              <a:ext cx="771525" cy="1905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343786" y="1692805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1343786" y="2603550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Design and Consultancy for Sugar Dissolving, Syrup Room and CIP Systems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1343786" y="3627572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b="1" dirty="0">
                  <a:solidFill>
                    <a:schemeClr val="tx1"/>
                  </a:solidFill>
                </a:rPr>
                <a:t>Screw </a:t>
              </a:r>
              <a:r>
                <a:rPr lang="en-US" b="1" dirty="0">
                  <a:solidFill>
                    <a:schemeClr val="tx1"/>
                  </a:solidFill>
                </a:rPr>
                <a:t>conveyor for bulk material handling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1343786" y="4595550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Tanks, Vessels, Piping, Structure design and fabrication for Stainless Steel and Mild Steel, Carbon Steel</a:t>
              </a:r>
            </a:p>
          </p:txBody>
        </p:sp>
      </p:grpSp>
      <p:sp>
        <p:nvSpPr>
          <p:cNvPr id="27" name="Gleichschenkliges Dreieck 14"/>
          <p:cNvSpPr/>
          <p:nvPr/>
        </p:nvSpPr>
        <p:spPr>
          <a:xfrm rot="5400000">
            <a:off x="537072" y="280397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Gleichschenkliges Dreieck 14"/>
          <p:cNvSpPr/>
          <p:nvPr/>
        </p:nvSpPr>
        <p:spPr>
          <a:xfrm rot="5400000">
            <a:off x="537072" y="4748187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Gleichschenkliges Dreieck 14"/>
          <p:cNvSpPr/>
          <p:nvPr/>
        </p:nvSpPr>
        <p:spPr>
          <a:xfrm rot="5400000">
            <a:off x="537072" y="379152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1242004" y="1714875"/>
            <a:ext cx="7197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Turnkey customized Solutions for CSD and Juice Process Systems 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  <p:sp>
        <p:nvSpPr>
          <p:cNvPr id="16" name="Rechteck 20"/>
          <p:cNvSpPr/>
          <p:nvPr/>
        </p:nvSpPr>
        <p:spPr>
          <a:xfrm>
            <a:off x="1245519" y="5510161"/>
            <a:ext cx="7218428" cy="576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Product Recovery Solution ( Pigging System )</a:t>
            </a:r>
          </a:p>
        </p:txBody>
      </p:sp>
      <p:sp>
        <p:nvSpPr>
          <p:cNvPr id="18" name="Gleichschenkliges Dreieck 14"/>
          <p:cNvSpPr/>
          <p:nvPr/>
        </p:nvSpPr>
        <p:spPr>
          <a:xfrm rot="5400000">
            <a:off x="512918" y="5689516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436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59735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uppieren 13"/>
          <p:cNvGrpSpPr/>
          <p:nvPr/>
        </p:nvGrpSpPr>
        <p:grpSpPr>
          <a:xfrm>
            <a:off x="824069" y="1556792"/>
            <a:ext cx="7636363" cy="3576112"/>
            <a:chOff x="925851" y="1595438"/>
            <a:chExt cx="7636363" cy="3576112"/>
          </a:xfrm>
        </p:grpSpPr>
        <p:sp>
          <p:nvSpPr>
            <p:cNvPr id="15" name="Gleichschenkliges Dreieck 14"/>
            <p:cNvSpPr/>
            <p:nvPr/>
          </p:nvSpPr>
          <p:spPr>
            <a:xfrm rot="5400000">
              <a:off x="635338" y="1885951"/>
              <a:ext cx="771525" cy="1905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343786" y="1692805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b="1" dirty="0">
                  <a:solidFill>
                    <a:schemeClr val="tx1"/>
                  </a:solidFill>
                </a:rPr>
                <a:t>Flow Components ( Pumps, Valves, Strainers, Spray Balls ) </a:t>
              </a:r>
            </a:p>
          </p:txBody>
        </p:sp>
        <p:sp>
          <p:nvSpPr>
            <p:cNvPr id="21" name="Rechteck 20"/>
            <p:cNvSpPr/>
            <p:nvPr/>
          </p:nvSpPr>
          <p:spPr>
            <a:xfrm>
              <a:off x="1343786" y="2660783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Automation Products ( PLC, HMI, SCADA, VFD/INVERTER )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hteck 21"/>
            <p:cNvSpPr/>
            <p:nvPr/>
          </p:nvSpPr>
          <p:spPr>
            <a:xfrm>
              <a:off x="1343786" y="3627572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Instruments </a:t>
              </a:r>
              <a:br>
                <a:rPr lang="en-US" sz="1600" b="1" dirty="0">
                  <a:solidFill>
                    <a:schemeClr val="tx1"/>
                  </a:solidFill>
                </a:rPr>
              </a:br>
              <a:r>
                <a:rPr lang="en-US" sz="1600" b="1" dirty="0">
                  <a:solidFill>
                    <a:schemeClr val="tx1"/>
                  </a:solidFill>
                </a:rPr>
                <a:t>( Temperature, Pressure, Flow Meters, Conductivity and Proximity Sensors)</a:t>
              </a:r>
            </a:p>
          </p:txBody>
        </p:sp>
        <p:sp>
          <p:nvSpPr>
            <p:cNvPr id="23" name="Rechteck 22"/>
            <p:cNvSpPr/>
            <p:nvPr/>
          </p:nvSpPr>
          <p:spPr>
            <a:xfrm>
              <a:off x="1343786" y="4595550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Low Voltage Switchgears &amp; Electrical Components</a:t>
              </a:r>
              <a:br>
                <a:rPr lang="en-US" sz="1600" b="1" dirty="0">
                  <a:solidFill>
                    <a:schemeClr val="tx1"/>
                  </a:solidFill>
                </a:rPr>
              </a:br>
              <a:r>
                <a:rPr lang="en-US" sz="1600" b="1" dirty="0">
                  <a:solidFill>
                    <a:schemeClr val="tx1"/>
                  </a:solidFill>
                </a:rPr>
                <a:t>(Breaker, Contactor, Motors, Accessories &amp; Control Panel)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Gleichschenkliges Dreieck 14"/>
          <p:cNvSpPr/>
          <p:nvPr/>
        </p:nvSpPr>
        <p:spPr>
          <a:xfrm rot="5400000">
            <a:off x="537072" y="280397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Gleichschenkliges Dreieck 14"/>
          <p:cNvSpPr/>
          <p:nvPr/>
        </p:nvSpPr>
        <p:spPr>
          <a:xfrm rot="5400000">
            <a:off x="537072" y="4748187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Gleichschenkliges Dreieck 14"/>
          <p:cNvSpPr/>
          <p:nvPr/>
        </p:nvSpPr>
        <p:spPr>
          <a:xfrm rot="5400000">
            <a:off x="537072" y="379152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2"/>
          <p:cNvSpPr txBox="1"/>
          <p:nvPr/>
        </p:nvSpPr>
        <p:spPr>
          <a:xfrm>
            <a:off x="221296" y="116632"/>
            <a:ext cx="595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b="1" dirty="0"/>
              <a:t>MBH SOLUTIONS</a:t>
            </a:r>
            <a:br>
              <a:rPr lang="en-US" dirty="0"/>
            </a:br>
            <a:r>
              <a:rPr lang="en-US" b="1" dirty="0"/>
              <a:t>Range of Products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2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59735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uppieren 13"/>
          <p:cNvGrpSpPr/>
          <p:nvPr/>
        </p:nvGrpSpPr>
        <p:grpSpPr>
          <a:xfrm>
            <a:off x="824069" y="1556792"/>
            <a:ext cx="7636363" cy="4544090"/>
            <a:chOff x="925851" y="1595438"/>
            <a:chExt cx="7636363" cy="4544090"/>
          </a:xfrm>
        </p:grpSpPr>
        <p:sp>
          <p:nvSpPr>
            <p:cNvPr id="15" name="Gleichschenkliges Dreieck 14"/>
            <p:cNvSpPr/>
            <p:nvPr/>
          </p:nvSpPr>
          <p:spPr>
            <a:xfrm rot="5400000">
              <a:off x="635338" y="1885951"/>
              <a:ext cx="771525" cy="1905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343786" y="1692805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LAB Equipment's – PET and Packaging testing equipment</a:t>
              </a:r>
              <a:r>
                <a:rPr lang="en-US" sz="1600" b="1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1" name="Rechteck 20"/>
            <p:cNvSpPr/>
            <p:nvPr/>
          </p:nvSpPr>
          <p:spPr>
            <a:xfrm>
              <a:off x="1343786" y="2660783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Online Analyzers for CO2 and Brix Monitoring System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1343786" y="3637481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Dosing and Metering Pumps ( Fruit Juice, Pulp, Ketchup, Cosmetic and Shampoo )</a:t>
              </a:r>
            </a:p>
          </p:txBody>
        </p:sp>
        <p:sp>
          <p:nvSpPr>
            <p:cNvPr id="23" name="Rechteck 22"/>
            <p:cNvSpPr/>
            <p:nvPr/>
          </p:nvSpPr>
          <p:spPr>
            <a:xfrm>
              <a:off x="1343786" y="4595550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Labelling Machines and complete solutions for Labelling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hteck 23"/>
            <p:cNvSpPr/>
            <p:nvPr/>
          </p:nvSpPr>
          <p:spPr>
            <a:xfrm>
              <a:off x="1343786" y="5563528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Hazardous and Toxic Gas Monitoring System (e.g. NH3, CO, LPG, CH4 etc.)</a:t>
              </a:r>
            </a:p>
          </p:txBody>
        </p:sp>
      </p:grpSp>
      <p:sp>
        <p:nvSpPr>
          <p:cNvPr id="27" name="Gleichschenkliges Dreieck 14"/>
          <p:cNvSpPr/>
          <p:nvPr/>
        </p:nvSpPr>
        <p:spPr>
          <a:xfrm rot="5400000">
            <a:off x="537072" y="280397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Gleichschenkliges Dreieck 14"/>
          <p:cNvSpPr/>
          <p:nvPr/>
        </p:nvSpPr>
        <p:spPr>
          <a:xfrm rot="5400000">
            <a:off x="537072" y="4748187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Gleichschenkliges Dreieck 14"/>
          <p:cNvSpPr/>
          <p:nvPr/>
        </p:nvSpPr>
        <p:spPr>
          <a:xfrm rot="5400000">
            <a:off x="537072" y="379152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Gleichschenkliges Dreieck 14"/>
          <p:cNvSpPr/>
          <p:nvPr/>
        </p:nvSpPr>
        <p:spPr>
          <a:xfrm rot="5400000">
            <a:off x="537072" y="568429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2"/>
          <p:cNvSpPr txBox="1"/>
          <p:nvPr/>
        </p:nvSpPr>
        <p:spPr>
          <a:xfrm>
            <a:off x="221296" y="116632"/>
            <a:ext cx="595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b="1" dirty="0"/>
              <a:t>MBH SOLUTIONS</a:t>
            </a:r>
            <a:br>
              <a:rPr lang="en-US" dirty="0"/>
            </a:br>
            <a:r>
              <a:rPr lang="en-US" b="1" dirty="0"/>
              <a:t>Range of Products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0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59735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/>
        </p:nvSpPr>
        <p:spPr>
          <a:xfrm>
            <a:off x="221296" y="116632"/>
            <a:ext cx="595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b="1" dirty="0"/>
              <a:t>MBH SOLUTIONS</a:t>
            </a:r>
            <a:br>
              <a:rPr lang="en-US" dirty="0"/>
            </a:br>
            <a:r>
              <a:rPr lang="en-US" b="1" dirty="0"/>
              <a:t>Range of services</a:t>
            </a:r>
          </a:p>
        </p:txBody>
      </p:sp>
      <p:grpSp>
        <p:nvGrpSpPr>
          <p:cNvPr id="14" name="Gruppieren 13"/>
          <p:cNvGrpSpPr/>
          <p:nvPr/>
        </p:nvGrpSpPr>
        <p:grpSpPr>
          <a:xfrm>
            <a:off x="827583" y="1556795"/>
            <a:ext cx="7636364" cy="4602021"/>
            <a:chOff x="925850" y="1537507"/>
            <a:chExt cx="7636364" cy="4602021"/>
          </a:xfrm>
        </p:grpSpPr>
        <p:sp>
          <p:nvSpPr>
            <p:cNvPr id="15" name="Gleichschenkliges Dreieck 14"/>
            <p:cNvSpPr/>
            <p:nvPr/>
          </p:nvSpPr>
          <p:spPr>
            <a:xfrm rot="5400000">
              <a:off x="606372" y="1856985"/>
              <a:ext cx="829458" cy="190501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343786" y="1692805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1343786" y="2603550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Mechanical and Electrical Installation</a:t>
              </a:r>
              <a:endParaRPr 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hteck 21"/>
            <p:cNvSpPr/>
            <p:nvPr/>
          </p:nvSpPr>
          <p:spPr>
            <a:xfrm>
              <a:off x="1343786" y="3627572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1343786" y="4595550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tx1"/>
                  </a:solidFill>
                </a:rPr>
                <a:t>Spare Parts, Services &amp; Maintenance Contracts for Sugar dissolving and Syrup room</a:t>
              </a:r>
            </a:p>
          </p:txBody>
        </p:sp>
        <p:sp>
          <p:nvSpPr>
            <p:cNvPr id="24" name="Rechteck 23"/>
            <p:cNvSpPr/>
            <p:nvPr/>
          </p:nvSpPr>
          <p:spPr>
            <a:xfrm>
              <a:off x="1343786" y="5563528"/>
              <a:ext cx="7218428" cy="576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Automation Solutions &amp; Services for entire production processes and systems </a:t>
              </a:r>
            </a:p>
          </p:txBody>
        </p:sp>
      </p:grpSp>
      <p:sp>
        <p:nvSpPr>
          <p:cNvPr id="27" name="Gleichschenkliges Dreieck 14"/>
          <p:cNvSpPr/>
          <p:nvPr/>
        </p:nvSpPr>
        <p:spPr>
          <a:xfrm rot="5400000">
            <a:off x="537072" y="280397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Gleichschenkliges Dreieck 14"/>
          <p:cNvSpPr/>
          <p:nvPr/>
        </p:nvSpPr>
        <p:spPr>
          <a:xfrm rot="5400000">
            <a:off x="537072" y="4748187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Gleichschenkliges Dreieck 14"/>
          <p:cNvSpPr/>
          <p:nvPr/>
        </p:nvSpPr>
        <p:spPr>
          <a:xfrm rot="5400000">
            <a:off x="537072" y="379152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Gleichschenkliges Dreieck 14"/>
          <p:cNvSpPr/>
          <p:nvPr/>
        </p:nvSpPr>
        <p:spPr>
          <a:xfrm rot="5400000">
            <a:off x="537072" y="5684291"/>
            <a:ext cx="771525" cy="1905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tangle 2"/>
          <p:cNvSpPr/>
          <p:nvPr/>
        </p:nvSpPr>
        <p:spPr>
          <a:xfrm>
            <a:off x="1242004" y="1772816"/>
            <a:ext cx="7197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Services for CIP, Juice and CSD Process Systems optimization 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42004" y="3750194"/>
            <a:ext cx="56159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End to End design of Electrical Plan for complete Factory </a:t>
            </a:r>
          </a:p>
        </p:txBody>
      </p:sp>
    </p:spTree>
    <p:extLst>
      <p:ext uri="{BB962C8B-B14F-4D97-AF65-F5344CB8AC3E}">
        <p14:creationId xmlns:p14="http://schemas.microsoft.com/office/powerpoint/2010/main" val="30011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feld 12"/>
          <p:cNvSpPr txBox="1"/>
          <p:nvPr/>
        </p:nvSpPr>
        <p:spPr>
          <a:xfrm>
            <a:off x="179443" y="116632"/>
            <a:ext cx="595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 Company MBH</a:t>
            </a:r>
            <a:br>
              <a:rPr lang="en-US" dirty="0"/>
            </a:br>
            <a:r>
              <a:rPr lang="en-US" dirty="0"/>
              <a:t>     </a:t>
            </a:r>
            <a:r>
              <a:rPr lang="en-US" b="1" dirty="0"/>
              <a:t>Process Capabilities</a:t>
            </a:r>
          </a:p>
        </p:txBody>
      </p:sp>
      <p:grpSp>
        <p:nvGrpSpPr>
          <p:cNvPr id="128" name="Gruppieren 127"/>
          <p:cNvGrpSpPr/>
          <p:nvPr/>
        </p:nvGrpSpPr>
        <p:grpSpPr>
          <a:xfrm>
            <a:off x="107504" y="1296000"/>
            <a:ext cx="4752528" cy="1082997"/>
            <a:chOff x="288000" y="1008000"/>
            <a:chExt cx="4500000" cy="1082997"/>
          </a:xfrm>
          <a:noFill/>
        </p:grpSpPr>
        <p:sp>
          <p:nvSpPr>
            <p:cNvPr id="129" name="Textfeld 128"/>
            <p:cNvSpPr txBox="1"/>
            <p:nvPr/>
          </p:nvSpPr>
          <p:spPr>
            <a:xfrm>
              <a:off x="288000" y="1008000"/>
              <a:ext cx="4500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General Description </a:t>
              </a:r>
            </a:p>
          </p:txBody>
        </p:sp>
        <p:cxnSp>
          <p:nvCxnSpPr>
            <p:cNvPr id="130" name="Gerader Verbinder 121"/>
            <p:cNvCxnSpPr/>
            <p:nvPr/>
          </p:nvCxnSpPr>
          <p:spPr>
            <a:xfrm>
              <a:off x="288000" y="1260000"/>
              <a:ext cx="4500000" cy="0"/>
            </a:xfrm>
            <a:prstGeom prst="line">
              <a:avLst/>
            </a:prstGeom>
            <a:grpFill/>
            <a:ln w="3175">
              <a:solidFill>
                <a:srgbClr val="8799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feld 130"/>
            <p:cNvSpPr txBox="1"/>
            <p:nvPr/>
          </p:nvSpPr>
          <p:spPr>
            <a:xfrm>
              <a:off x="288000" y="1260000"/>
              <a:ext cx="4500000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176213" indent="-136525">
                <a:buClr>
                  <a:srgbClr val="E20030"/>
                </a:buClr>
                <a:buFont typeface="Wingdings" panose="05000000000000000000" pitchFamily="2" charset="2"/>
                <a:buChar char="§"/>
              </a:pPr>
              <a:r>
                <a:rPr lang="en-US" sz="1200" dirty="0"/>
                <a:t>Customizes modules / projects to the requirements of each individual customer </a:t>
              </a:r>
            </a:p>
            <a:p>
              <a:pPr marL="176213" indent="-136525">
                <a:buClr>
                  <a:srgbClr val="E20030"/>
                </a:buClr>
                <a:buFont typeface="Wingdings" panose="05000000000000000000" pitchFamily="2" charset="2"/>
                <a:buChar char="§"/>
              </a:pPr>
              <a:r>
                <a:rPr lang="en-US" sz="1200" dirty="0"/>
                <a:t>Focus of business is syrup rooms</a:t>
              </a:r>
            </a:p>
            <a:p>
              <a:pPr marL="176213" indent="-136525">
                <a:buClr>
                  <a:srgbClr val="E20030"/>
                </a:buClr>
                <a:buFont typeface="Wingdings" panose="05000000000000000000" pitchFamily="2" charset="2"/>
                <a:buChar char="§"/>
              </a:pPr>
              <a:r>
                <a:rPr lang="en-US" sz="1200" dirty="0"/>
                <a:t>Types of projects: Green field, brown field, expansion &amp; up-grade</a:t>
              </a:r>
            </a:p>
          </p:txBody>
        </p:sp>
      </p:grpSp>
      <p:grpSp>
        <p:nvGrpSpPr>
          <p:cNvPr id="135" name="Gruppieren 134"/>
          <p:cNvGrpSpPr/>
          <p:nvPr/>
        </p:nvGrpSpPr>
        <p:grpSpPr>
          <a:xfrm>
            <a:off x="0" y="3009059"/>
            <a:ext cx="9108504" cy="498221"/>
            <a:chOff x="288000" y="1008000"/>
            <a:chExt cx="4500000" cy="498221"/>
          </a:xfrm>
          <a:noFill/>
        </p:grpSpPr>
        <p:sp>
          <p:nvSpPr>
            <p:cNvPr id="136" name="Textfeld 135"/>
            <p:cNvSpPr txBox="1"/>
            <p:nvPr/>
          </p:nvSpPr>
          <p:spPr>
            <a:xfrm>
              <a:off x="288000" y="1008000"/>
              <a:ext cx="4500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 Process / Product Matrix</a:t>
              </a:r>
            </a:p>
          </p:txBody>
        </p:sp>
        <p:cxnSp>
          <p:nvCxnSpPr>
            <p:cNvPr id="137" name="Gerader Verbinder 7"/>
            <p:cNvCxnSpPr/>
            <p:nvPr/>
          </p:nvCxnSpPr>
          <p:spPr>
            <a:xfrm>
              <a:off x="288000" y="1260000"/>
              <a:ext cx="4500000" cy="0"/>
            </a:xfrm>
            <a:prstGeom prst="line">
              <a:avLst/>
            </a:prstGeom>
            <a:grpFill/>
            <a:ln w="3175">
              <a:solidFill>
                <a:srgbClr val="8799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feld 137"/>
            <p:cNvSpPr txBox="1"/>
            <p:nvPr/>
          </p:nvSpPr>
          <p:spPr>
            <a:xfrm>
              <a:off x="288000" y="1260000"/>
              <a:ext cx="4500000" cy="24622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39688">
                <a:spcAft>
                  <a:spcPts val="300"/>
                </a:spcAft>
                <a:buClr>
                  <a:srgbClr val="E20030"/>
                </a:buClr>
              </a:pPr>
              <a:endParaRPr lang="en-US" sz="1000"/>
            </a:p>
          </p:txBody>
        </p:sp>
      </p:grpSp>
      <p:sp>
        <p:nvSpPr>
          <p:cNvPr id="139" name="Rechteck 138"/>
          <p:cNvSpPr/>
          <p:nvPr/>
        </p:nvSpPr>
        <p:spPr>
          <a:xfrm rot="16200000">
            <a:off x="1470352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Storage &amp; Distribution of Sugar </a:t>
            </a:r>
          </a:p>
        </p:txBody>
      </p:sp>
      <p:sp>
        <p:nvSpPr>
          <p:cNvPr id="140" name="Rechteck 139"/>
          <p:cNvSpPr/>
          <p:nvPr/>
        </p:nvSpPr>
        <p:spPr>
          <a:xfrm rot="16200000">
            <a:off x="1898398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Storage Dissolving</a:t>
            </a:r>
          </a:p>
        </p:txBody>
      </p:sp>
      <p:sp>
        <p:nvSpPr>
          <p:cNvPr id="141" name="Rechteck 140"/>
          <p:cNvSpPr/>
          <p:nvPr/>
        </p:nvSpPr>
        <p:spPr>
          <a:xfrm rot="16200000">
            <a:off x="2326444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Sugar Syrup Treatment</a:t>
            </a:r>
          </a:p>
        </p:txBody>
      </p:sp>
      <p:sp>
        <p:nvSpPr>
          <p:cNvPr id="142" name="Rechteck 141"/>
          <p:cNvSpPr/>
          <p:nvPr/>
        </p:nvSpPr>
        <p:spPr>
          <a:xfrm rot="16200000">
            <a:off x="2754490" y="3847832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Sugar Syrup Storage</a:t>
            </a:r>
          </a:p>
        </p:txBody>
      </p:sp>
      <p:sp>
        <p:nvSpPr>
          <p:cNvPr id="143" name="Rechteck 142"/>
          <p:cNvSpPr/>
          <p:nvPr/>
        </p:nvSpPr>
        <p:spPr>
          <a:xfrm rot="16200000">
            <a:off x="3182536" y="3847832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Concentrates, Flavors &amp; Powder Handling</a:t>
            </a:r>
          </a:p>
        </p:txBody>
      </p:sp>
      <p:sp>
        <p:nvSpPr>
          <p:cNvPr id="144" name="Rechteck 143"/>
          <p:cNvSpPr/>
          <p:nvPr/>
        </p:nvSpPr>
        <p:spPr>
          <a:xfrm rot="16200000">
            <a:off x="3610582" y="3847832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Mixing Tanks</a:t>
            </a:r>
          </a:p>
        </p:txBody>
      </p:sp>
      <p:sp>
        <p:nvSpPr>
          <p:cNvPr id="145" name="Rechteck 144"/>
          <p:cNvSpPr/>
          <p:nvPr/>
        </p:nvSpPr>
        <p:spPr>
          <a:xfrm rot="16200000">
            <a:off x="4038628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Mixer, Blender, Carbonation</a:t>
            </a:r>
          </a:p>
        </p:txBody>
      </p:sp>
      <p:sp>
        <p:nvSpPr>
          <p:cNvPr id="146" name="Rechteck 145"/>
          <p:cNvSpPr/>
          <p:nvPr/>
        </p:nvSpPr>
        <p:spPr>
          <a:xfrm rot="16200000">
            <a:off x="4466674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Final Beverage Blending &amp; Processing</a:t>
            </a:r>
          </a:p>
        </p:txBody>
      </p:sp>
      <p:sp>
        <p:nvSpPr>
          <p:cNvPr id="147" name="Rechteck 146"/>
          <p:cNvSpPr/>
          <p:nvPr/>
        </p:nvSpPr>
        <p:spPr>
          <a:xfrm rot="16200000">
            <a:off x="4894720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Distribution &amp; Piping</a:t>
            </a:r>
          </a:p>
        </p:txBody>
      </p:sp>
      <p:sp>
        <p:nvSpPr>
          <p:cNvPr id="148" name="Rechteck 147"/>
          <p:cNvSpPr/>
          <p:nvPr/>
        </p:nvSpPr>
        <p:spPr>
          <a:xfrm rot="16200000">
            <a:off x="5322766" y="3847831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Control &amp; Automation</a:t>
            </a:r>
          </a:p>
        </p:txBody>
      </p:sp>
      <p:sp>
        <p:nvSpPr>
          <p:cNvPr id="149" name="Rechteck 148"/>
          <p:cNvSpPr/>
          <p:nvPr/>
        </p:nvSpPr>
        <p:spPr>
          <a:xfrm rot="16200000">
            <a:off x="5750812" y="3847832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chemeClr val="tx1"/>
                </a:solidFill>
              </a:rPr>
              <a:t>CIP-Cleaning</a:t>
            </a:r>
          </a:p>
        </p:txBody>
      </p:sp>
      <p:sp>
        <p:nvSpPr>
          <p:cNvPr id="150" name="Rechteck 149"/>
          <p:cNvSpPr/>
          <p:nvPr/>
        </p:nvSpPr>
        <p:spPr>
          <a:xfrm>
            <a:off x="68368" y="4709087"/>
            <a:ext cx="1728000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chemeClr val="tx1"/>
                </a:solidFill>
              </a:rPr>
              <a:t>Carbonated Soft Drinks</a:t>
            </a:r>
          </a:p>
        </p:txBody>
      </p:sp>
      <p:sp>
        <p:nvSpPr>
          <p:cNvPr id="151" name="Rechteck 150"/>
          <p:cNvSpPr/>
          <p:nvPr/>
        </p:nvSpPr>
        <p:spPr>
          <a:xfrm>
            <a:off x="68368" y="5039384"/>
            <a:ext cx="1728000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chemeClr val="tx1"/>
                </a:solidFill>
              </a:rPr>
              <a:t>Juice Hot-Filling</a:t>
            </a:r>
          </a:p>
        </p:txBody>
      </p:sp>
      <p:sp>
        <p:nvSpPr>
          <p:cNvPr id="152" name="Rechteck 151"/>
          <p:cNvSpPr/>
          <p:nvPr/>
        </p:nvSpPr>
        <p:spPr>
          <a:xfrm>
            <a:off x="68368" y="5369681"/>
            <a:ext cx="1728000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chemeClr val="tx1"/>
                </a:solidFill>
              </a:rPr>
              <a:t>Water Treatment CSD, Juice, Tea</a:t>
            </a:r>
          </a:p>
        </p:txBody>
      </p:sp>
      <p:sp>
        <p:nvSpPr>
          <p:cNvPr id="153" name="Rechteck 152"/>
          <p:cNvSpPr/>
          <p:nvPr/>
        </p:nvSpPr>
        <p:spPr>
          <a:xfrm>
            <a:off x="68368" y="5699978"/>
            <a:ext cx="1728000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chemeClr val="tx1"/>
                </a:solidFill>
              </a:rPr>
              <a:t>Water Treatment Table Water</a:t>
            </a:r>
          </a:p>
        </p:txBody>
      </p:sp>
      <p:sp>
        <p:nvSpPr>
          <p:cNvPr id="154" name="Rechteck 153"/>
          <p:cNvSpPr/>
          <p:nvPr/>
        </p:nvSpPr>
        <p:spPr>
          <a:xfrm>
            <a:off x="68368" y="6030274"/>
            <a:ext cx="1728000" cy="25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>
                <a:solidFill>
                  <a:schemeClr val="tx1"/>
                </a:solidFill>
              </a:rPr>
              <a:t>Water Treatment Mineral Water</a:t>
            </a:r>
          </a:p>
        </p:txBody>
      </p:sp>
      <p:sp>
        <p:nvSpPr>
          <p:cNvPr id="155" name="Rechteck 154"/>
          <p:cNvSpPr/>
          <p:nvPr/>
        </p:nvSpPr>
        <p:spPr>
          <a:xfrm>
            <a:off x="1902352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rgbClr val="E20030"/>
              </a:solidFill>
            </a:endParaRPr>
          </a:p>
        </p:txBody>
      </p:sp>
      <p:sp>
        <p:nvSpPr>
          <p:cNvPr id="156" name="Rechteck 155"/>
          <p:cNvSpPr/>
          <p:nvPr/>
        </p:nvSpPr>
        <p:spPr>
          <a:xfrm>
            <a:off x="2330398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rgbClr val="E20030"/>
              </a:solidFill>
            </a:endParaRPr>
          </a:p>
        </p:txBody>
      </p:sp>
      <p:sp>
        <p:nvSpPr>
          <p:cNvPr id="157" name="Rechteck 156"/>
          <p:cNvSpPr/>
          <p:nvPr/>
        </p:nvSpPr>
        <p:spPr>
          <a:xfrm>
            <a:off x="2758444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8" name="Rechteck 157"/>
          <p:cNvSpPr/>
          <p:nvPr/>
        </p:nvSpPr>
        <p:spPr>
          <a:xfrm>
            <a:off x="4042582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9" name="Rechteck 158"/>
          <p:cNvSpPr/>
          <p:nvPr/>
        </p:nvSpPr>
        <p:spPr>
          <a:xfrm>
            <a:off x="4470628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0" name="Rechteck 159"/>
          <p:cNvSpPr/>
          <p:nvPr/>
        </p:nvSpPr>
        <p:spPr>
          <a:xfrm>
            <a:off x="4898674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1" name="Rechteck 160"/>
          <p:cNvSpPr/>
          <p:nvPr/>
        </p:nvSpPr>
        <p:spPr>
          <a:xfrm>
            <a:off x="5326720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2" name="Rechteck 161"/>
          <p:cNvSpPr/>
          <p:nvPr/>
        </p:nvSpPr>
        <p:spPr>
          <a:xfrm>
            <a:off x="5754766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3" name="Rechteck 162"/>
          <p:cNvSpPr/>
          <p:nvPr/>
        </p:nvSpPr>
        <p:spPr>
          <a:xfrm>
            <a:off x="6182812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4" name="Rechteck 163"/>
          <p:cNvSpPr/>
          <p:nvPr/>
        </p:nvSpPr>
        <p:spPr>
          <a:xfrm>
            <a:off x="3614536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5" name="Rechteck 164"/>
          <p:cNvSpPr/>
          <p:nvPr/>
        </p:nvSpPr>
        <p:spPr>
          <a:xfrm>
            <a:off x="3186490" y="4709087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6" name="Rechteck 165"/>
          <p:cNvSpPr/>
          <p:nvPr/>
        </p:nvSpPr>
        <p:spPr>
          <a:xfrm>
            <a:off x="1902352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7" name="Rechteck 166"/>
          <p:cNvSpPr/>
          <p:nvPr/>
        </p:nvSpPr>
        <p:spPr>
          <a:xfrm>
            <a:off x="2330398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8" name="Rechteck 167"/>
          <p:cNvSpPr/>
          <p:nvPr/>
        </p:nvSpPr>
        <p:spPr>
          <a:xfrm>
            <a:off x="2758444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69" name="Rechteck 168"/>
          <p:cNvSpPr/>
          <p:nvPr/>
        </p:nvSpPr>
        <p:spPr>
          <a:xfrm>
            <a:off x="4042582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0" name="Rechteck 169"/>
          <p:cNvSpPr/>
          <p:nvPr/>
        </p:nvSpPr>
        <p:spPr>
          <a:xfrm>
            <a:off x="4470628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1" name="Rechteck 170"/>
          <p:cNvSpPr/>
          <p:nvPr/>
        </p:nvSpPr>
        <p:spPr>
          <a:xfrm>
            <a:off x="4898674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2" name="Rechteck 171"/>
          <p:cNvSpPr/>
          <p:nvPr/>
        </p:nvSpPr>
        <p:spPr>
          <a:xfrm>
            <a:off x="5326720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3" name="Rechteck 172"/>
          <p:cNvSpPr/>
          <p:nvPr/>
        </p:nvSpPr>
        <p:spPr>
          <a:xfrm>
            <a:off x="5754766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4" name="Rechteck 173"/>
          <p:cNvSpPr/>
          <p:nvPr/>
        </p:nvSpPr>
        <p:spPr>
          <a:xfrm>
            <a:off x="6182812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5" name="Rechteck 174"/>
          <p:cNvSpPr/>
          <p:nvPr/>
        </p:nvSpPr>
        <p:spPr>
          <a:xfrm>
            <a:off x="3614536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6" name="Rechteck 175"/>
          <p:cNvSpPr/>
          <p:nvPr/>
        </p:nvSpPr>
        <p:spPr>
          <a:xfrm>
            <a:off x="3186490" y="5044478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77" name="Rechteck 176"/>
          <p:cNvSpPr/>
          <p:nvPr/>
        </p:nvSpPr>
        <p:spPr>
          <a:xfrm>
            <a:off x="1902352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8" name="Rechteck 177"/>
          <p:cNvSpPr/>
          <p:nvPr/>
        </p:nvSpPr>
        <p:spPr>
          <a:xfrm>
            <a:off x="2330398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79" name="Rechteck 178"/>
          <p:cNvSpPr/>
          <p:nvPr/>
        </p:nvSpPr>
        <p:spPr>
          <a:xfrm>
            <a:off x="2758444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0" name="Rechteck 179"/>
          <p:cNvSpPr/>
          <p:nvPr/>
        </p:nvSpPr>
        <p:spPr>
          <a:xfrm>
            <a:off x="4042582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1" name="Rechteck 180"/>
          <p:cNvSpPr/>
          <p:nvPr/>
        </p:nvSpPr>
        <p:spPr>
          <a:xfrm>
            <a:off x="4470628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2" name="Rechteck 181"/>
          <p:cNvSpPr/>
          <p:nvPr/>
        </p:nvSpPr>
        <p:spPr>
          <a:xfrm>
            <a:off x="4898674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3" name="Rechteck 182"/>
          <p:cNvSpPr/>
          <p:nvPr/>
        </p:nvSpPr>
        <p:spPr>
          <a:xfrm>
            <a:off x="5326720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4" name="Rechteck 183"/>
          <p:cNvSpPr/>
          <p:nvPr/>
        </p:nvSpPr>
        <p:spPr>
          <a:xfrm>
            <a:off x="5754766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5" name="Rechteck 184"/>
          <p:cNvSpPr/>
          <p:nvPr/>
        </p:nvSpPr>
        <p:spPr>
          <a:xfrm>
            <a:off x="6182812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6" name="Rechteck 185"/>
          <p:cNvSpPr/>
          <p:nvPr/>
        </p:nvSpPr>
        <p:spPr>
          <a:xfrm>
            <a:off x="3614536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7" name="Rechteck 186"/>
          <p:cNvSpPr/>
          <p:nvPr/>
        </p:nvSpPr>
        <p:spPr>
          <a:xfrm>
            <a:off x="3186490" y="536968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8" name="Rechteck 187"/>
          <p:cNvSpPr/>
          <p:nvPr/>
        </p:nvSpPr>
        <p:spPr>
          <a:xfrm>
            <a:off x="1902352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89" name="Rechteck 188"/>
          <p:cNvSpPr/>
          <p:nvPr/>
        </p:nvSpPr>
        <p:spPr>
          <a:xfrm>
            <a:off x="2330398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0" name="Rechteck 189"/>
          <p:cNvSpPr/>
          <p:nvPr/>
        </p:nvSpPr>
        <p:spPr>
          <a:xfrm>
            <a:off x="2758444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1" name="Rechteck 190"/>
          <p:cNvSpPr/>
          <p:nvPr/>
        </p:nvSpPr>
        <p:spPr>
          <a:xfrm>
            <a:off x="4042582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2" name="Rechteck 191"/>
          <p:cNvSpPr/>
          <p:nvPr/>
        </p:nvSpPr>
        <p:spPr>
          <a:xfrm>
            <a:off x="4470628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3" name="Rechteck 192"/>
          <p:cNvSpPr/>
          <p:nvPr/>
        </p:nvSpPr>
        <p:spPr>
          <a:xfrm>
            <a:off x="4898674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4" name="Rechteck 193"/>
          <p:cNvSpPr/>
          <p:nvPr/>
        </p:nvSpPr>
        <p:spPr>
          <a:xfrm>
            <a:off x="5326720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5" name="Rechteck 194"/>
          <p:cNvSpPr/>
          <p:nvPr/>
        </p:nvSpPr>
        <p:spPr>
          <a:xfrm>
            <a:off x="5754766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6" name="Rechteck 195"/>
          <p:cNvSpPr/>
          <p:nvPr/>
        </p:nvSpPr>
        <p:spPr>
          <a:xfrm>
            <a:off x="6182812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7" name="Rechteck 196"/>
          <p:cNvSpPr/>
          <p:nvPr/>
        </p:nvSpPr>
        <p:spPr>
          <a:xfrm>
            <a:off x="3614536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8" name="Rechteck 197"/>
          <p:cNvSpPr/>
          <p:nvPr/>
        </p:nvSpPr>
        <p:spPr>
          <a:xfrm>
            <a:off x="3186490" y="5697233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99" name="Rechteck 198"/>
          <p:cNvSpPr/>
          <p:nvPr/>
        </p:nvSpPr>
        <p:spPr>
          <a:xfrm>
            <a:off x="1902352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00" name="Rechteck 199"/>
          <p:cNvSpPr/>
          <p:nvPr/>
        </p:nvSpPr>
        <p:spPr>
          <a:xfrm>
            <a:off x="2330398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1" name="Rechteck 200"/>
          <p:cNvSpPr/>
          <p:nvPr/>
        </p:nvSpPr>
        <p:spPr>
          <a:xfrm>
            <a:off x="2758444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2" name="Rechteck 201"/>
          <p:cNvSpPr/>
          <p:nvPr/>
        </p:nvSpPr>
        <p:spPr>
          <a:xfrm>
            <a:off x="4042582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3" name="Rechteck 202"/>
          <p:cNvSpPr/>
          <p:nvPr/>
        </p:nvSpPr>
        <p:spPr>
          <a:xfrm>
            <a:off x="4470628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4" name="Rechteck 203"/>
          <p:cNvSpPr/>
          <p:nvPr/>
        </p:nvSpPr>
        <p:spPr>
          <a:xfrm>
            <a:off x="4898674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5" name="Rechteck 204"/>
          <p:cNvSpPr/>
          <p:nvPr/>
        </p:nvSpPr>
        <p:spPr>
          <a:xfrm>
            <a:off x="5326720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6" name="Rechteck 205"/>
          <p:cNvSpPr/>
          <p:nvPr/>
        </p:nvSpPr>
        <p:spPr>
          <a:xfrm>
            <a:off x="5754766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7" name="Rechteck 206"/>
          <p:cNvSpPr/>
          <p:nvPr/>
        </p:nvSpPr>
        <p:spPr>
          <a:xfrm>
            <a:off x="6182812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8" name="Rechteck 207"/>
          <p:cNvSpPr/>
          <p:nvPr/>
        </p:nvSpPr>
        <p:spPr>
          <a:xfrm>
            <a:off x="3614536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09" name="Rechteck 208"/>
          <p:cNvSpPr/>
          <p:nvPr/>
        </p:nvSpPr>
        <p:spPr>
          <a:xfrm>
            <a:off x="3186490" y="6025422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cxnSp>
        <p:nvCxnSpPr>
          <p:cNvPr id="210" name="Gerader Verbinder 80"/>
          <p:cNvCxnSpPr/>
          <p:nvPr/>
        </p:nvCxnSpPr>
        <p:spPr>
          <a:xfrm>
            <a:off x="124260" y="3510862"/>
            <a:ext cx="1672108" cy="1128969"/>
          </a:xfrm>
          <a:prstGeom prst="line">
            <a:avLst/>
          </a:prstGeom>
          <a:ln>
            <a:solidFill>
              <a:srgbClr val="879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hteck 210"/>
          <p:cNvSpPr/>
          <p:nvPr/>
        </p:nvSpPr>
        <p:spPr>
          <a:xfrm rot="2017268">
            <a:off x="442140" y="3867780"/>
            <a:ext cx="1143957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1000" b="1">
                <a:solidFill>
                  <a:schemeClr val="tx1"/>
                </a:solidFill>
              </a:rPr>
              <a:t>Product Group</a:t>
            </a:r>
          </a:p>
        </p:txBody>
      </p:sp>
      <p:sp>
        <p:nvSpPr>
          <p:cNvPr id="212" name="Rechteck 211"/>
          <p:cNvSpPr/>
          <p:nvPr/>
        </p:nvSpPr>
        <p:spPr>
          <a:xfrm rot="2044744">
            <a:off x="248550" y="4011854"/>
            <a:ext cx="1143957" cy="4486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Customer Process</a:t>
            </a:r>
          </a:p>
          <a:p>
            <a:pPr algn="ctr">
              <a:spcAft>
                <a:spcPts val="300"/>
              </a:spcAft>
            </a:pPr>
            <a:r>
              <a:rPr lang="en-US" sz="1000" b="1">
                <a:solidFill>
                  <a:schemeClr val="tx1"/>
                </a:solidFill>
              </a:rPr>
              <a:t>(exemplary)</a:t>
            </a:r>
          </a:p>
        </p:txBody>
      </p:sp>
      <p:sp>
        <p:nvSpPr>
          <p:cNvPr id="217" name="Rechteck 216"/>
          <p:cNvSpPr/>
          <p:nvPr/>
        </p:nvSpPr>
        <p:spPr>
          <a:xfrm rot="16200000">
            <a:off x="6205503" y="3855969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Active Carbon Filtration</a:t>
            </a:r>
          </a:p>
        </p:txBody>
      </p:sp>
      <p:sp>
        <p:nvSpPr>
          <p:cNvPr id="218" name="Rechteck 217"/>
          <p:cNvSpPr/>
          <p:nvPr/>
        </p:nvSpPr>
        <p:spPr>
          <a:xfrm rot="16200000">
            <a:off x="6633548" y="3847830"/>
            <a:ext cx="1224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</a:rPr>
              <a:t>Deaeration</a:t>
            </a:r>
          </a:p>
        </p:txBody>
      </p:sp>
      <p:sp>
        <p:nvSpPr>
          <p:cNvPr id="219" name="Rechteck 218"/>
          <p:cNvSpPr/>
          <p:nvPr/>
        </p:nvSpPr>
        <p:spPr>
          <a:xfrm>
            <a:off x="6610858" y="4709085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20" name="Rechteck 219"/>
          <p:cNvSpPr/>
          <p:nvPr/>
        </p:nvSpPr>
        <p:spPr>
          <a:xfrm>
            <a:off x="7038904" y="4709085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25" name="Rechteck 224"/>
          <p:cNvSpPr/>
          <p:nvPr/>
        </p:nvSpPr>
        <p:spPr>
          <a:xfrm>
            <a:off x="6610858" y="5044476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26" name="Rechteck 225"/>
          <p:cNvSpPr/>
          <p:nvPr/>
        </p:nvSpPr>
        <p:spPr>
          <a:xfrm>
            <a:off x="7038904" y="5044476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31" name="Rechteck 230"/>
          <p:cNvSpPr/>
          <p:nvPr/>
        </p:nvSpPr>
        <p:spPr>
          <a:xfrm>
            <a:off x="6610858" y="5369679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32" name="Rechteck 231"/>
          <p:cNvSpPr/>
          <p:nvPr/>
        </p:nvSpPr>
        <p:spPr>
          <a:xfrm>
            <a:off x="7038904" y="5369679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37" name="Rechteck 236"/>
          <p:cNvSpPr/>
          <p:nvPr/>
        </p:nvSpPr>
        <p:spPr>
          <a:xfrm>
            <a:off x="6610858" y="569723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38" name="Rechteck 237"/>
          <p:cNvSpPr/>
          <p:nvPr/>
        </p:nvSpPr>
        <p:spPr>
          <a:xfrm>
            <a:off x="7038904" y="5697231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43" name="Rechteck 242"/>
          <p:cNvSpPr/>
          <p:nvPr/>
        </p:nvSpPr>
        <p:spPr>
          <a:xfrm>
            <a:off x="6610858" y="6025420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244" name="Rechteck 243"/>
          <p:cNvSpPr/>
          <p:nvPr/>
        </p:nvSpPr>
        <p:spPr>
          <a:xfrm>
            <a:off x="7038904" y="6025420"/>
            <a:ext cx="36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E20030"/>
                </a:solidFill>
                <a:sym typeface="Wingdings" panose="05000000000000000000" pitchFamily="2" charset="2"/>
              </a:rPr>
              <a:t></a:t>
            </a:r>
            <a:endParaRPr lang="en-US" sz="1000" b="1">
              <a:solidFill>
                <a:schemeClr val="tx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DFBD54E-15F0-40B9-B6F6-133DB9B5B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395354"/>
            <a:ext cx="2450896" cy="18310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F0B2152-7104-4DAD-3CAE-EBF94CEAB7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1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23731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fik 2">
            <a:extLst>
              <a:ext uri="{FF2B5EF4-FFF2-40B4-BE49-F238E27FC236}">
                <a16:creationId xmlns:a16="http://schemas.microsoft.com/office/drawing/2014/main" id="{D2BB42AD-B474-4204-9A53-2D2C6B5A6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2" y="1318888"/>
            <a:ext cx="3830585" cy="16295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83768" y="185805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OUR PARTNERS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706" cy="9758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773" y="10741"/>
            <a:ext cx="1725227" cy="971959"/>
          </a:xfrm>
          <a:prstGeom prst="rect">
            <a:avLst/>
          </a:prstGeom>
        </p:spPr>
      </p:pic>
      <p:sp>
        <p:nvSpPr>
          <p:cNvPr id="25" name="Textfeld 5"/>
          <p:cNvSpPr txBox="1"/>
          <p:nvPr/>
        </p:nvSpPr>
        <p:spPr>
          <a:xfrm>
            <a:off x="0" y="6525344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hlinkClick r:id="rId5"/>
              </a:rPr>
              <a:t>www.mbhsol.com</a:t>
            </a:r>
            <a:r>
              <a:rPr lang="en-US" sz="1600" b="1" dirty="0"/>
              <a:t>             </a:t>
            </a:r>
            <a:r>
              <a:rPr lang="en-US" sz="1600" b="1" dirty="0">
                <a:hlinkClick r:id="rId6"/>
              </a:rPr>
              <a:t>www.ssp-gmbh.com</a:t>
            </a:r>
            <a:r>
              <a:rPr lang="en-US" sz="1600" b="1" dirty="0"/>
              <a:t>                </a:t>
            </a:r>
            <a:r>
              <a:rPr lang="en-US" sz="1600" b="1" dirty="0">
                <a:hlinkClick r:id="rId7"/>
              </a:rPr>
              <a:t>hammad@mbhsol.com</a:t>
            </a:r>
            <a:r>
              <a:rPr lang="en-US" sz="1600" b="1" dirty="0"/>
              <a:t>                   +92 332 200 7373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84" y="2924944"/>
            <a:ext cx="2795704" cy="595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</a:t>
            </a:r>
            <a:r>
              <a:rPr lang="en-US" sz="2000" b="1" dirty="0"/>
              <a:t>SSP GmbH - Germany</a:t>
            </a:r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169" y="1067452"/>
            <a:ext cx="4198307" cy="23615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0072" y="2852936"/>
            <a:ext cx="3263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</a:t>
            </a:r>
            <a:r>
              <a:rPr lang="en-US" sz="2000" b="1" dirty="0"/>
              <a:t>Flow Components Division</a:t>
            </a:r>
            <a:endParaRPr lang="en-US" sz="1400" b="1" dirty="0"/>
          </a:p>
        </p:txBody>
      </p:sp>
      <p:pic>
        <p:nvPicPr>
          <p:cNvPr id="7" name="Picture 6" descr="Maselli Misure S.p.A. | LinkedIn">
            <a:extLst>
              <a:ext uri="{FF2B5EF4-FFF2-40B4-BE49-F238E27FC236}">
                <a16:creationId xmlns:a16="http://schemas.microsoft.com/office/drawing/2014/main" id="{19F51150-B885-D127-AF9A-3AD5B864E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78904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96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0" y="6237312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06704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BRANDS WE DEAL IN</a:t>
            </a:r>
            <a:endParaRPr lang="en-US" b="1" dirty="0"/>
          </a:p>
        </p:txBody>
      </p:sp>
      <p:sp>
        <p:nvSpPr>
          <p:cNvPr id="25" name="Textfeld 5"/>
          <p:cNvSpPr txBox="1"/>
          <p:nvPr/>
        </p:nvSpPr>
        <p:spPr>
          <a:xfrm>
            <a:off x="0" y="6525344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hlinkClick r:id="rId2"/>
              </a:rPr>
              <a:t>www.mbhsol.com</a:t>
            </a:r>
            <a:r>
              <a:rPr lang="en-US" sz="1600" b="1" dirty="0"/>
              <a:t>             </a:t>
            </a:r>
            <a:r>
              <a:rPr lang="en-US" sz="1600" b="1" dirty="0">
                <a:hlinkClick r:id="rId3"/>
              </a:rPr>
              <a:t>www.ssp-gmbh.com</a:t>
            </a:r>
            <a:r>
              <a:rPr lang="en-US" sz="1600" b="1" dirty="0"/>
              <a:t>                </a:t>
            </a:r>
            <a:r>
              <a:rPr lang="en-US" sz="1600" b="1" dirty="0">
                <a:hlinkClick r:id="rId4"/>
              </a:rPr>
              <a:t>hammad@mbhsol.com</a:t>
            </a:r>
            <a:r>
              <a:rPr lang="en-US" sz="1600" b="1" dirty="0"/>
              <a:t>                   +92 332 200 7373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463" y="1297779"/>
            <a:ext cx="1637623" cy="9825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268760"/>
            <a:ext cx="2390408" cy="10115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656" y="2442358"/>
            <a:ext cx="2445840" cy="16203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135" y="4509120"/>
            <a:ext cx="1342113" cy="126925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924944"/>
            <a:ext cx="1781945" cy="8286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029" y="2631955"/>
            <a:ext cx="1342113" cy="134211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593D5E-3675-1255-C053-B9AF0FC05F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1376" y="1349520"/>
            <a:ext cx="1822814" cy="562597"/>
          </a:xfrm>
          <a:prstGeom prst="rect">
            <a:avLst/>
          </a:prstGeom>
        </p:spPr>
      </p:pic>
      <p:pic>
        <p:nvPicPr>
          <p:cNvPr id="1026" name="Picture 2" descr="Pump Technology - Flow Technology">
            <a:extLst>
              <a:ext uri="{FF2B5EF4-FFF2-40B4-BE49-F238E27FC236}">
                <a16:creationId xmlns:a16="http://schemas.microsoft.com/office/drawing/2014/main" id="{855656B2-A4C7-53F9-52ED-D48011A28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42" y="1163118"/>
            <a:ext cx="2374998" cy="108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 EN - Bardiani Valvole">
            <a:extLst>
              <a:ext uri="{FF2B5EF4-FFF2-40B4-BE49-F238E27FC236}">
                <a16:creationId xmlns:a16="http://schemas.microsoft.com/office/drawing/2014/main" id="{BB128799-5766-DDAD-268B-FA1492797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081" y="2996952"/>
            <a:ext cx="2415944" cy="72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selli Misure S.p.A. | LinkedIn">
            <a:extLst>
              <a:ext uri="{FF2B5EF4-FFF2-40B4-BE49-F238E27FC236}">
                <a16:creationId xmlns:a16="http://schemas.microsoft.com/office/drawing/2014/main" id="{4D52C51D-C39F-2439-A053-516F64F99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440" y="4098334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CM | Automation Computertechnik Messsysteme - REFRACTOMETER LR.16">
            <a:extLst>
              <a:ext uri="{FF2B5EF4-FFF2-40B4-BE49-F238E27FC236}">
                <a16:creationId xmlns:a16="http://schemas.microsoft.com/office/drawing/2014/main" id="{AA998D0E-9181-6333-5F4D-9609E901F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611832"/>
            <a:ext cx="2688273" cy="120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RI-Armaturen | Online Webshop - Ebora.nl">
            <a:extLst>
              <a:ext uri="{FF2B5EF4-FFF2-40B4-BE49-F238E27FC236}">
                <a16:creationId xmlns:a16="http://schemas.microsoft.com/office/drawing/2014/main" id="{F9A125FF-A2EE-972E-F39F-7E04D68B5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324" y="4303608"/>
            <a:ext cx="2084243" cy="144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71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/>
          <p:cNvCxnSpPr/>
          <p:nvPr/>
        </p:nvCxnSpPr>
        <p:spPr>
          <a:xfrm>
            <a:off x="-13359" y="6229957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-13359" y="199349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Our References</a:t>
            </a:r>
            <a:endParaRPr lang="en-US" b="1" dirty="0"/>
          </a:p>
        </p:txBody>
      </p:sp>
      <p:sp>
        <p:nvSpPr>
          <p:cNvPr id="25" name="Textfeld 5"/>
          <p:cNvSpPr txBox="1"/>
          <p:nvPr/>
        </p:nvSpPr>
        <p:spPr>
          <a:xfrm>
            <a:off x="-13359" y="6517989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hlinkClick r:id="rId2"/>
              </a:rPr>
              <a:t>www.mbhsol.com</a:t>
            </a:r>
            <a:r>
              <a:rPr lang="en-US" sz="1600" b="1" dirty="0"/>
              <a:t>             </a:t>
            </a:r>
            <a:r>
              <a:rPr lang="en-US" sz="1600" b="1" dirty="0">
                <a:hlinkClick r:id="rId3"/>
              </a:rPr>
              <a:t>www.ssp-gmbh.com</a:t>
            </a:r>
            <a:r>
              <a:rPr lang="en-US" sz="1600" b="1" dirty="0"/>
              <a:t>                </a:t>
            </a:r>
            <a:r>
              <a:rPr lang="en-US" sz="1600" b="1" dirty="0">
                <a:hlinkClick r:id="rId4"/>
              </a:rPr>
              <a:t>hammad@mbhsol.com</a:t>
            </a:r>
            <a:r>
              <a:rPr lang="en-US" sz="1600" b="1" dirty="0"/>
              <a:t>                   +92 332 200 7373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767" y="109277"/>
            <a:ext cx="1808810" cy="9902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25A6ED-D24B-5511-F594-8472336DA632}"/>
              </a:ext>
            </a:extLst>
          </p:cNvPr>
          <p:cNvSpPr txBox="1"/>
          <p:nvPr/>
        </p:nvSpPr>
        <p:spPr>
          <a:xfrm>
            <a:off x="323528" y="1052736"/>
            <a:ext cx="8171049" cy="4906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Erection and Commissioning of Syrup Room, CIP system at Coca Cola Tehran, Iran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Startup and Commissioning of Sugar Dissolving, pasteurizer, Concentrate Station System at Coca Cola </a:t>
            </a:r>
            <a:r>
              <a:rPr lang="en-US" sz="1400" dirty="0" err="1"/>
              <a:t>Isparta</a:t>
            </a:r>
            <a:r>
              <a:rPr lang="en-US" sz="1400" dirty="0"/>
              <a:t>, Turkey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Integration and upgradation of Syrup Room, CIP System with SIDEL Line at Pepsi Northern Beverages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Sugar Dissolving Syrup Room Upgradation for Pepsi Cola </a:t>
            </a:r>
            <a:r>
              <a:rPr lang="en-US" sz="1400" dirty="0" err="1"/>
              <a:t>Haidri</a:t>
            </a:r>
            <a:r>
              <a:rPr lang="en-US" sz="1400" dirty="0"/>
              <a:t> Beverages at VDM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Screw Conveyors Manufacturing for Pepsi Cola </a:t>
            </a:r>
            <a:r>
              <a:rPr lang="en-US" sz="1400" dirty="0" err="1"/>
              <a:t>Haidri</a:t>
            </a:r>
            <a:r>
              <a:rPr lang="en-US" sz="1400" dirty="0"/>
              <a:t> Beverages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Electrical and Automation Panel Design, Supply and Programming for Cream Mixing System at Fauji Foods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Electrical and Automation Panel Design, Supply, Programming and SCADA development for Recombined Milk System at </a:t>
            </a:r>
            <a:r>
              <a:rPr lang="en-US" sz="1400" dirty="0" err="1"/>
              <a:t>Dalda</a:t>
            </a:r>
            <a:r>
              <a:rPr lang="en-US" sz="1400" dirty="0"/>
              <a:t> Foods (In progress)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Erection of Machinery at </a:t>
            </a:r>
            <a:r>
              <a:rPr lang="en-US" sz="1400" dirty="0" err="1"/>
              <a:t>Haidri</a:t>
            </a:r>
            <a:r>
              <a:rPr lang="en-US" sz="1400" dirty="0"/>
              <a:t> Beverage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Tanks and Equipment maintenance and Polishing for Pepsi Cola Naubahar Beverages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Maintenance of 25,000 LPH Pasteurizer at Pepsi Cola Northern Beverages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Maintenance of Filtration System Della </a:t>
            </a:r>
            <a:r>
              <a:rPr lang="en-US" sz="1400" dirty="0" err="1"/>
              <a:t>Toffola</a:t>
            </a:r>
            <a:r>
              <a:rPr lang="en-US" sz="1400" dirty="0"/>
              <a:t> NF 30 at Pepsi Cola Northern Beverages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Maintenance of Filtration System Della </a:t>
            </a:r>
            <a:r>
              <a:rPr lang="en-US" sz="1400" dirty="0" err="1"/>
              <a:t>Toffola</a:t>
            </a:r>
            <a:r>
              <a:rPr lang="en-US" sz="1400" dirty="0"/>
              <a:t> at Master Beverages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dirty="0"/>
              <a:t>Structure, Tanks, Cabinets Manufacturing at workshop for various clients</a:t>
            </a:r>
          </a:p>
        </p:txBody>
      </p:sp>
    </p:spTree>
    <p:extLst>
      <p:ext uri="{BB962C8B-B14F-4D97-AF65-F5344CB8AC3E}">
        <p14:creationId xmlns:p14="http://schemas.microsoft.com/office/powerpoint/2010/main" val="421106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395536" y="5272264"/>
            <a:ext cx="7339828" cy="6406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MBH SOLUTIONS SMC-PVT. LTD.</a:t>
            </a:r>
          </a:p>
          <a:p>
            <a:endParaRPr lang="en-US" sz="1463" dirty="0"/>
          </a:p>
        </p:txBody>
      </p:sp>
      <p:sp>
        <p:nvSpPr>
          <p:cNvPr id="7" name="Rechteck 6"/>
          <p:cNvSpPr/>
          <p:nvPr/>
        </p:nvSpPr>
        <p:spPr>
          <a:xfrm>
            <a:off x="395536" y="1628800"/>
            <a:ext cx="8451550" cy="33123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4"/>
          <p:cNvCxnSpPr/>
          <p:nvPr/>
        </p:nvCxnSpPr>
        <p:spPr>
          <a:xfrm>
            <a:off x="0" y="6525344"/>
            <a:ext cx="9144000" cy="0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5"/>
          <p:cNvSpPr txBox="1"/>
          <p:nvPr/>
        </p:nvSpPr>
        <p:spPr>
          <a:xfrm>
            <a:off x="539552" y="1772816"/>
            <a:ext cx="7339828" cy="307205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CONTACT DETAILS :-</a:t>
            </a:r>
            <a:br>
              <a:rPr lang="en-US" sz="1600" b="1" dirty="0"/>
            </a:br>
            <a:br>
              <a:rPr lang="en-US" sz="1600" b="1" dirty="0"/>
            </a:br>
            <a:r>
              <a:rPr lang="en-US" sz="1600" b="1" dirty="0"/>
              <a:t>Email: </a:t>
            </a:r>
            <a:r>
              <a:rPr lang="en-US" sz="1600" b="1" dirty="0">
                <a:hlinkClick r:id="rId2"/>
              </a:rPr>
              <a:t>hammad@mbhsol.com</a:t>
            </a:r>
            <a:endParaRPr lang="en-US" sz="1600" b="1" dirty="0"/>
          </a:p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r>
              <a:rPr lang="en-US" sz="1600" b="1" dirty="0"/>
              <a:t>Phone: +92 332 200 7373</a:t>
            </a:r>
          </a:p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r>
              <a:rPr lang="en-US" sz="1600" b="1" dirty="0"/>
              <a:t>Website: </a:t>
            </a:r>
            <a:r>
              <a:rPr lang="en-US" sz="1600" b="1" dirty="0">
                <a:hlinkClick r:id="rId3"/>
              </a:rPr>
              <a:t>www.mbhsol.com</a:t>
            </a:r>
            <a:endParaRPr lang="en-US" sz="1600" b="1" dirty="0"/>
          </a:p>
          <a:p>
            <a:pPr>
              <a:spcAft>
                <a:spcPts val="600"/>
              </a:spcAft>
            </a:pPr>
            <a:endParaRPr lang="en-US" sz="1600" b="1" dirty="0"/>
          </a:p>
          <a:p>
            <a:pPr>
              <a:spcAft>
                <a:spcPts val="600"/>
              </a:spcAft>
            </a:pPr>
            <a:r>
              <a:rPr lang="en-US" sz="1600" b="1" dirty="0"/>
              <a:t>Address: 1</a:t>
            </a:r>
            <a:r>
              <a:rPr lang="en-US" sz="1600" b="1" baseline="30000" dirty="0"/>
              <a:t>st</a:t>
            </a:r>
            <a:r>
              <a:rPr lang="en-US" sz="1600" b="1" dirty="0"/>
              <a:t> Floor , 37 MB, Commercial Area, MECHS, College Road, Lahore, Pakistan</a:t>
            </a:r>
          </a:p>
          <a:p>
            <a:endParaRPr lang="en-US" sz="1463" dirty="0"/>
          </a:p>
        </p:txBody>
      </p:sp>
      <p:sp>
        <p:nvSpPr>
          <p:cNvPr id="13" name="Textfeld 12"/>
          <p:cNvSpPr txBox="1"/>
          <p:nvPr/>
        </p:nvSpPr>
        <p:spPr>
          <a:xfrm>
            <a:off x="251520" y="307657"/>
            <a:ext cx="595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CONTACT DETAILS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126" y="116632"/>
            <a:ext cx="1808810" cy="9902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668" y="4977776"/>
            <a:ext cx="2220796" cy="151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69761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Words>821</Words>
  <Application>Microsoft Office PowerPoint</Application>
  <PresentationFormat>On-screen Show (4:3)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Larissa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Hammad Ashraf</dc:creator>
  <cp:lastModifiedBy>Hammad Ashraf</cp:lastModifiedBy>
  <cp:revision>83</cp:revision>
  <dcterms:created xsi:type="dcterms:W3CDTF">2015-02-05T16:46:38Z</dcterms:created>
  <dcterms:modified xsi:type="dcterms:W3CDTF">2024-09-20T11:30:49Z</dcterms:modified>
</cp:coreProperties>
</file>